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40" r:id="rId1"/>
  </p:sldMasterIdLst>
  <p:sldIdLst>
    <p:sldId id="256" r:id="rId2"/>
    <p:sldId id="257" r:id="rId3"/>
    <p:sldId id="258" r:id="rId4"/>
    <p:sldId id="259" r:id="rId5"/>
    <p:sldId id="272" r:id="rId6"/>
    <p:sldId id="261" r:id="rId7"/>
    <p:sldId id="262" r:id="rId8"/>
    <p:sldId id="263" r:id="rId9"/>
    <p:sldId id="264" r:id="rId10"/>
    <p:sldId id="265" r:id="rId11"/>
    <p:sldId id="267" r:id="rId12"/>
    <p:sldId id="269" r:id="rId13"/>
    <p:sldId id="271"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EFE"/>
    <a:srgbClr val="ADD6F4"/>
    <a:srgbClr val="AED8F4"/>
    <a:srgbClr val="FAEA5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0" d="100"/>
          <a:sy n="80" d="100"/>
        </p:scale>
        <p:origin x="754"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39" y="1033272"/>
            <a:ext cx="5892073" cy="3895344"/>
          </a:xfrm>
        </p:spPr>
        <p:txBody>
          <a:bodyPr vert="horz" lIns="91440" tIns="45720" rIns="91440" bIns="45720" rtlCol="0" anchor="t">
            <a:normAutofit/>
          </a:bodyPr>
          <a:lstStyle>
            <a:lvl1pPr>
              <a:defRPr lang="en-US" sz="8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733288"/>
            <a:ext cx="5892071" cy="79552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6931152" y="793817"/>
            <a:ext cx="5260848" cy="6064181"/>
          </a:xfrm>
          <a:blipFill>
            <a:blip r:embed="rId2">
              <a:alphaModFix amt="8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38587" y="207982"/>
            <a:ext cx="2662798" cy="413360"/>
          </a:xfrm>
        </p:spPr>
        <p:txBody>
          <a:bodyPr/>
          <a:lstStyle>
            <a:lvl1pPr>
              <a:defRPr>
                <a:solidFill>
                  <a:schemeClr val="tx2"/>
                </a:solidFill>
              </a:defRPr>
            </a:lvl1pPr>
          </a:lstStyle>
          <a:p>
            <a:fld id="{7DA2CEDE-2AB4-4FB8-9551-E0AA4222B1A3}" type="datetime1">
              <a:rPr lang="en-US" smtClean="0"/>
              <a:t>9/1/2026</a:t>
            </a:fld>
            <a:endParaRPr lang="en-US" dirty="0"/>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C1FF6DA9-008F-8B48-92A6-B652298478BF}" type="slidenum">
              <a:rPr lang="en-US" smtClean="0"/>
              <a:t>‹#›</a:t>
            </a:fld>
            <a:endParaRPr lang="en-US"/>
          </a:p>
        </p:txBody>
      </p:sp>
      <p:cxnSp>
        <p:nvCxnSpPr>
          <p:cNvPr id="9" name="Straight Connector 8">
            <a:extLst>
              <a:ext uri="{FF2B5EF4-FFF2-40B4-BE49-F238E27FC236}">
                <a16:creationId xmlns:a16="http://schemas.microsoft.com/office/drawing/2014/main" id="{CF2C2C7B-6B47-4A5B-B24C-B316964ABE62}"/>
              </a:ext>
            </a:extLst>
          </p:cNvPr>
          <p:cNvCxnSpPr>
            <a:cxnSpLocks/>
          </p:cNvCxnSpPr>
          <p:nvPr/>
        </p:nvCxnSpPr>
        <p:spPr>
          <a:xfrm flipV="1">
            <a:off x="6929823" y="789558"/>
            <a:ext cx="0" cy="606844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F32355F-80FD-3956-F8D4-9DF4073D0E2E}"/>
              </a:ext>
            </a:extLst>
          </p:cNvPr>
          <p:cNvCxnSpPr>
            <a:cxnSpLocks/>
          </p:cNvCxnSpPr>
          <p:nvPr/>
        </p:nvCxnSpPr>
        <p:spPr>
          <a:xfrm>
            <a:off x="0" y="5420250"/>
            <a:ext cx="692982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D4DD8B2-0D73-EB9B-9708-67DF28E40F96}"/>
              </a:ext>
            </a:extLst>
          </p:cNvPr>
          <p:cNvCxnSpPr>
            <a:cxnSpLocks/>
          </p:cNvCxnSpPr>
          <p:nvPr/>
        </p:nvCxnSpPr>
        <p:spPr>
          <a:xfrm>
            <a:off x="0" y="791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273261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612648"/>
            <a:ext cx="11253668" cy="1106424"/>
          </a:xfrm>
        </p:spPr>
        <p:txBody>
          <a:bodyPr/>
          <a:lstStyle>
            <a:lvl1pPr>
              <a:defRPr sz="66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139696"/>
            <a:ext cx="11253668" cy="42885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2D457B6E-DC25-9A54-64F7-98703149B156}"/>
              </a:ext>
            </a:extLst>
          </p:cNvPr>
          <p:cNvSpPr>
            <a:spLocks noGrp="1"/>
          </p:cNvSpPr>
          <p:nvPr>
            <p:ph type="ftr" sz="quarter" idx="11"/>
          </p:nvPr>
        </p:nvSpPr>
        <p:spPr/>
        <p:txBody>
          <a:bodyPr/>
          <a:lstStyle/>
          <a:p>
            <a:endParaRPr lang="en-US"/>
          </a:p>
        </p:txBody>
      </p:sp>
      <p:sp>
        <p:nvSpPr>
          <p:cNvPr id="8" name="Date Placeholder 7">
            <a:extLst>
              <a:ext uri="{FF2B5EF4-FFF2-40B4-BE49-F238E27FC236}">
                <a16:creationId xmlns:a16="http://schemas.microsoft.com/office/drawing/2014/main" id="{D49DF708-DA4E-D117-5CE8-7401A836F675}"/>
              </a:ext>
            </a:extLst>
          </p:cNvPr>
          <p:cNvSpPr>
            <a:spLocks noGrp="1"/>
          </p:cNvSpPr>
          <p:nvPr>
            <p:ph type="dt" sz="half" idx="10"/>
          </p:nvPr>
        </p:nvSpPr>
        <p:spPr/>
        <p:txBody>
          <a:bodyPr/>
          <a:lstStyle/>
          <a:p>
            <a:fld id="{5BCAD085-E8A6-8845-BD4E-CB4CCA059FC4}" type="datetimeFigureOut">
              <a:rPr lang="en-US" smtClean="0"/>
              <a:t>9/1/2026</a:t>
            </a:fld>
            <a:endParaRPr lang="en-US"/>
          </a:p>
        </p:txBody>
      </p:sp>
      <p:sp>
        <p:nvSpPr>
          <p:cNvPr id="10" name="Slide Number Placeholder 9">
            <a:extLst>
              <a:ext uri="{FF2B5EF4-FFF2-40B4-BE49-F238E27FC236}">
                <a16:creationId xmlns:a16="http://schemas.microsoft.com/office/drawing/2014/main" id="{D1AE2728-8254-BE0F-89AB-2D5352D66F0D}"/>
              </a:ext>
            </a:extLst>
          </p:cNvPr>
          <p:cNvSpPr>
            <a:spLocks noGrp="1"/>
          </p:cNvSpPr>
          <p:nvPr>
            <p:ph type="sldNum" sz="quarter" idx="12"/>
          </p:nvPr>
        </p:nvSpPr>
        <p:spPr/>
        <p:txBody>
          <a:bodyPr/>
          <a:lstStyle/>
          <a:p>
            <a:fld id="{C1FF6DA9-008F-8B48-92A6-B652298478BF}" type="slidenum">
              <a:rPr lang="en-US" smtClean="0"/>
              <a:t>‹#›</a:t>
            </a:fld>
            <a:endParaRPr 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1805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59765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5223554"/>
            <a:ext cx="11430000" cy="914400"/>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6083090"/>
            <a:ext cx="11429999" cy="566928"/>
          </a:xfrm>
        </p:spPr>
        <p:txBody>
          <a:bodyPr vert="horz" lIns="91440" tIns="45720" rIns="91440" bIns="45720" rtlCol="0" anchor="ctr">
            <a:normAutofit/>
          </a:bodyPr>
          <a:lstStyle>
            <a:lvl1pPr marL="0" indent="0">
              <a:buNone/>
              <a:defRPr lang="en-US"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0" y="0"/>
            <a:ext cx="12192000" cy="50694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endParaRPr lang="en-US"/>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rgbClr val="FFFFFF"/>
                </a:solidFill>
                <a:effectLst>
                  <a:outerShdw blurRad="38100" dist="38100" dir="2700000" algn="tl">
                    <a:srgbClr val="000000">
                      <a:alpha val="43137"/>
                    </a:srgbClr>
                  </a:outerShdw>
                </a:effectLst>
              </a:defRPr>
            </a:lvl1pPr>
          </a:lstStyle>
          <a:p>
            <a:fld id="{5BCAD085-E8A6-8845-BD4E-CB4CCA059FC4}" type="datetimeFigureOut">
              <a:rPr lang="en-US" smtClean="0"/>
              <a:t>9/1/2026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C1FF6DA9-008F-8B48-92A6-B652298478BF}" type="slidenum">
              <a:rPr lang="en-US" smtClean="0"/>
              <a:t>‹#›</a:t>
            </a:fld>
            <a:endParaRPr lang="en-US"/>
          </a:p>
        </p:txBody>
      </p:sp>
      <p:cxnSp>
        <p:nvCxnSpPr>
          <p:cNvPr id="7" name="Straight Connector 6">
            <a:extLst>
              <a:ext uri="{FF2B5EF4-FFF2-40B4-BE49-F238E27FC236}">
                <a16:creationId xmlns:a16="http://schemas.microsoft.com/office/drawing/2014/main" id="{8ABE8472-319C-7663-7B71-2A6549DED7EF}"/>
              </a:ext>
            </a:extLst>
          </p:cNvPr>
          <p:cNvCxnSpPr>
            <a:cxnSpLocks/>
          </p:cNvCxnSpPr>
          <p:nvPr/>
        </p:nvCxnSpPr>
        <p:spPr>
          <a:xfrm>
            <a:off x="0" y="5068350"/>
            <a:ext cx="12188952"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9177889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58952"/>
            <a:ext cx="7589520" cy="4087368"/>
          </a:xfrm>
        </p:spPr>
        <p:txBody>
          <a:bodyPr vert="horz" lIns="91440" tIns="45720" rIns="91440" bIns="45720" rtlCol="0" anchor="t">
            <a:normAutofit/>
          </a:bodyPr>
          <a:lstStyle>
            <a:lvl1pPr>
              <a:defRPr lang="en-US" sz="9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404104"/>
            <a:ext cx="11515277" cy="576072"/>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a:xfrm>
            <a:off x="317773" y="6254496"/>
            <a:ext cx="2963692" cy="413360"/>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921742" y="6254496"/>
            <a:ext cx="1679642" cy="413360"/>
          </a:xfrm>
        </p:spPr>
        <p:txBody>
          <a:bodyPr/>
          <a:lstStyle>
            <a:lvl1pPr>
              <a:defRPr>
                <a:solidFill>
                  <a:schemeClr val="tx2"/>
                </a:solidFill>
              </a:defRPr>
            </a:lvl1pPr>
          </a:lstStyle>
          <a:p>
            <a:fld id="{5BCAD085-E8A6-8845-BD4E-CB4CCA059FC4}" type="datetimeFigureOut">
              <a:rPr lang="en-US" smtClean="0"/>
              <a:t>9/1/2026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11288870" y="6254496"/>
            <a:ext cx="546447" cy="413360"/>
          </a:xfrm>
        </p:spPr>
        <p:txBody>
          <a:bodyPr/>
          <a:lstStyle>
            <a:lvl1pPr>
              <a:defRPr>
                <a:solidFill>
                  <a:schemeClr val="tx2"/>
                </a:solidFill>
              </a:defRPr>
            </a:lvl1pPr>
          </a:lstStyle>
          <a:p>
            <a:fld id="{C1FF6DA9-008F-8B48-92A6-B652298478BF}" type="slidenum">
              <a:rPr lang="en-US" smtClean="0"/>
              <a:t>‹#›</a:t>
            </a:fld>
            <a:endParaRPr lang="en-US"/>
          </a:p>
        </p:txBody>
      </p:sp>
      <p:cxnSp>
        <p:nvCxnSpPr>
          <p:cNvPr id="8" name="Straight Connector 7">
            <a:extLst>
              <a:ext uri="{FF2B5EF4-FFF2-40B4-BE49-F238E27FC236}">
                <a16:creationId xmlns:a16="http://schemas.microsoft.com/office/drawing/2014/main" id="{F05C310B-ED34-BA33-630C-F8D5EB2A41A2}"/>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6B77E3C-9D50-9277-C646-D9B5AB8122B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970283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C8350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tx2"/>
                </a:solidFill>
              </a:defRPr>
            </a:lvl1pPr>
          </a:lstStyle>
          <a:p>
            <a:fld id="{7DA2CEDE-2AB4-4FB8-9551-E0AA4222B1A3}" type="datetime1">
              <a:rPr lang="en-US" smtClean="0"/>
              <a:t>9/1/2026</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tx2"/>
                </a:solidFill>
              </a:defRPr>
            </a:lvl1pPr>
          </a:lstStyle>
          <a:p>
            <a:fld id="{5E0677F5-4A8A-4BF1-96BE-3BAE8FBAFE2E}" type="slidenum">
              <a:rPr lang="en-US" smtClean="0"/>
              <a:pPr/>
              <a:t>‹#›</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5706896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 preserve="1">
  <p:cSld name="Agenda">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886968"/>
            <a:ext cx="11405277" cy="1170432"/>
          </a:xfrm>
        </p:spPr>
        <p:txBody>
          <a:bodyPr>
            <a:normAutofit/>
          </a:bodyPr>
          <a:lstStyle>
            <a:lvl1pPr>
              <a:defRPr sz="8800">
                <a:solidFill>
                  <a:schemeClr val="accent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07599C6D-D164-AA94-72F8-241C187199F2}"/>
              </a:ext>
            </a:extLst>
          </p:cNvPr>
          <p:cNvSpPr>
            <a:spLocks noGrp="1"/>
          </p:cNvSpPr>
          <p:nvPr>
            <p:ph type="ftr" sz="quarter" idx="11"/>
          </p:nvPr>
        </p:nvSpPr>
        <p:spPr/>
        <p:txBody>
          <a:bodyPr/>
          <a:lstStyle/>
          <a:p>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64881" y="2832652"/>
            <a:ext cx="6893719" cy="3508951"/>
          </a:xfrm>
        </p:spPr>
        <p:txBody>
          <a:bodyPr anchor="t">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10B50CAA-07B2-F8CA-1425-4249CE17A802}"/>
              </a:ext>
            </a:extLst>
          </p:cNvPr>
          <p:cNvSpPr>
            <a:spLocks noGrp="1"/>
          </p:cNvSpPr>
          <p:nvPr>
            <p:ph type="dt" sz="half" idx="10"/>
          </p:nvPr>
        </p:nvSpPr>
        <p:spPr/>
        <p:txBody>
          <a:bodyPr/>
          <a:lstStyle/>
          <a:p>
            <a:fld id="{5BCAD085-E8A6-8845-BD4E-CB4CCA059FC4}" type="datetimeFigureOut">
              <a:rPr lang="en-US" smtClean="0"/>
              <a:t>9/1/2026</a:t>
            </a:fld>
            <a:endParaRPr lang="en-US"/>
          </a:p>
        </p:txBody>
      </p:sp>
      <p:sp>
        <p:nvSpPr>
          <p:cNvPr id="11" name="Slide Number Placeholder 10">
            <a:extLst>
              <a:ext uri="{FF2B5EF4-FFF2-40B4-BE49-F238E27FC236}">
                <a16:creationId xmlns:a16="http://schemas.microsoft.com/office/drawing/2014/main" id="{5DEAD866-E26E-BF23-7B5D-9F689B2FA881}"/>
              </a:ext>
            </a:extLst>
          </p:cNvPr>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a:extLst>
              <a:ext uri="{FF2B5EF4-FFF2-40B4-BE49-F238E27FC236}">
                <a16:creationId xmlns:a16="http://schemas.microsoft.com/office/drawing/2014/main" id="{E8AC7CAE-FC19-2728-AA3B-1D2FE7879B25}"/>
              </a:ext>
            </a:extLst>
          </p:cNvPr>
          <p:cNvCxnSpPr>
            <a:cxnSpLocks/>
          </p:cNvCxnSpPr>
          <p:nvPr/>
        </p:nvCxnSpPr>
        <p:spPr>
          <a:xfrm>
            <a:off x="0" y="211849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11B3592-91FB-05F4-B422-A40D7CD4DE2D}"/>
              </a:ext>
            </a:extLst>
          </p:cNvPr>
          <p:cNvCxnSpPr>
            <a:cxnSpLocks/>
          </p:cNvCxnSpPr>
          <p:nvPr/>
        </p:nvCxnSpPr>
        <p:spPr>
          <a:xfrm>
            <a:off x="0" y="800100"/>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7041948"/>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266944" y="521208"/>
            <a:ext cx="6647688" cy="1865376"/>
          </a:xfrm>
        </p:spPr>
        <p:txBody>
          <a:bodyPr>
            <a:normAutofit/>
          </a:bodyPr>
          <a:lstStyle>
            <a:lvl1pPr>
              <a:defRPr sz="8000">
                <a:solidFill>
                  <a:schemeClr val="accent1"/>
                </a:solidFill>
              </a:defRPr>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AD3A4126-4E48-DD2C-1468-6A36AE6C1D14}"/>
              </a:ext>
            </a:extLst>
          </p:cNvPr>
          <p:cNvSpPr>
            <a:spLocks noGrp="1"/>
          </p:cNvSpPr>
          <p:nvPr>
            <p:ph type="pic" sz="quarter" idx="13" hasCustomPrompt="1"/>
          </p:nvPr>
        </p:nvSpPr>
        <p:spPr>
          <a:xfrm>
            <a:off x="0" y="0"/>
            <a:ext cx="4917320" cy="6858000"/>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266943" y="2651760"/>
            <a:ext cx="6327648" cy="3547872"/>
          </a:xfrm>
        </p:spPr>
        <p:txBody>
          <a:bodyPr>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271899" y="210312"/>
            <a:ext cx="2962656" cy="411480"/>
          </a:xfrm>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573511" y="210312"/>
            <a:ext cx="1679642" cy="411480"/>
          </a:xfrm>
        </p:spPr>
        <p:txBody>
          <a:bodyPr/>
          <a:lstStyle/>
          <a:p>
            <a:fld id="{5BCAD085-E8A6-8845-BD4E-CB4CCA059FC4}" type="datetimeFigureOut">
              <a:rPr lang="en-US" smtClean="0"/>
              <a:t>9/1/2026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a:extLst>
              <a:ext uri="{FF2B5EF4-FFF2-40B4-BE49-F238E27FC236}">
                <a16:creationId xmlns:a16="http://schemas.microsoft.com/office/drawing/2014/main" id="{E7633BE4-C9B9-310C-1EAE-191B5D344B59}"/>
              </a:ext>
            </a:extLst>
          </p:cNvPr>
          <p:cNvCxnSpPr>
            <a:cxnSpLocks/>
          </p:cNvCxnSpPr>
          <p:nvPr/>
        </p:nvCxnSpPr>
        <p:spPr>
          <a:xfrm>
            <a:off x="4923916" y="2452449"/>
            <a:ext cx="7268084"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A010762-96A4-4E1C-CD5D-EE1C1D1FC6E2}"/>
              </a:ext>
            </a:extLst>
          </p:cNvPr>
          <p:cNvCxnSpPr>
            <a:cxnSpLocks/>
          </p:cNvCxnSpPr>
          <p:nvPr/>
        </p:nvCxnSpPr>
        <p:spPr>
          <a:xfrm flipV="1">
            <a:off x="4923916" y="0"/>
            <a:ext cx="0" cy="685800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97708823"/>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2077374"/>
            <a:ext cx="4479107" cy="2691413"/>
          </a:xfrm>
        </p:spPr>
        <p:txBody>
          <a:bodyPr vert="horz" lIns="91440" tIns="45720" rIns="91440" bIns="45720" rtlCol="0" anchor="ctr">
            <a:normAutofit/>
          </a:bodyPr>
          <a:lstStyle>
            <a:lvl1pPr>
              <a:defRPr lang="en-US" sz="6600" dirty="0"/>
            </a:lvl1pPr>
          </a:lstStyle>
          <a:p>
            <a:pPr lvl="0"/>
            <a:r>
              <a:rPr lang="en-US"/>
              <a:t>Click to edit Master title style</a:t>
            </a:r>
            <a:endParaRPr lang="en-US" dirty="0"/>
          </a:p>
        </p:txBody>
      </p:sp>
      <p:sp>
        <p:nvSpPr>
          <p:cNvPr id="10" name="Footer Placeholder 9">
            <a:extLst>
              <a:ext uri="{FF2B5EF4-FFF2-40B4-BE49-F238E27FC236}">
                <a16:creationId xmlns:a16="http://schemas.microsoft.com/office/drawing/2014/main" id="{F7DEB5EF-910B-9B2B-CB95-1AD374FECAFB}"/>
              </a:ext>
            </a:extLst>
          </p:cNvPr>
          <p:cNvSpPr>
            <a:spLocks noGrp="1"/>
          </p:cNvSpPr>
          <p:nvPr>
            <p:ph type="ftr" sz="quarter" idx="11"/>
          </p:nvPr>
        </p:nvSpPr>
        <p:spPr/>
        <p:txBody>
          <a:bodyPr/>
          <a:lstStyle/>
          <a:p>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2210542"/>
            <a:ext cx="5869293" cy="243247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5FD4BD0F-0EF0-D5B9-5485-1ECB765DC5D9}"/>
              </a:ext>
            </a:extLst>
          </p:cNvPr>
          <p:cNvSpPr>
            <a:spLocks noGrp="1"/>
          </p:cNvSpPr>
          <p:nvPr>
            <p:ph type="dt" sz="half" idx="10"/>
          </p:nvPr>
        </p:nvSpPr>
        <p:spPr>
          <a:xfrm>
            <a:off x="5751577" y="207982"/>
            <a:ext cx="1921315" cy="413360"/>
          </a:xfrm>
        </p:spPr>
        <p:txBody>
          <a:bodyPr/>
          <a:lstStyle/>
          <a:p>
            <a:fld id="{5BCAD085-E8A6-8845-BD4E-CB4CCA059FC4}" type="datetimeFigureOut">
              <a:rPr lang="en-US" smtClean="0"/>
              <a:t>9/1/2026</a:t>
            </a:fld>
            <a:endParaRPr lang="en-US"/>
          </a:p>
        </p:txBody>
      </p:sp>
      <p:sp>
        <p:nvSpPr>
          <p:cNvPr id="12" name="Slide Number Placeholder 11">
            <a:extLst>
              <a:ext uri="{FF2B5EF4-FFF2-40B4-BE49-F238E27FC236}">
                <a16:creationId xmlns:a16="http://schemas.microsoft.com/office/drawing/2014/main" id="{8566B317-2D55-4797-E621-551FCA482D78}"/>
              </a:ext>
            </a:extLst>
          </p:cNvPr>
          <p:cNvSpPr>
            <a:spLocks noGrp="1"/>
          </p:cNvSpPr>
          <p:nvPr>
            <p:ph type="sldNum" sz="quarter" idx="12"/>
          </p:nvPr>
        </p:nvSpPr>
        <p:spPr/>
        <p:txBody>
          <a:bodyPr/>
          <a:lstStyle/>
          <a:p>
            <a:fld id="{C1FF6DA9-008F-8B48-92A6-B652298478BF}"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1550633"/>
            <a:ext cx="0" cy="375673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5308844"/>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F6F1415-3933-6D89-472D-2FA4BBB279E7}"/>
              </a:ext>
            </a:extLst>
          </p:cNvPr>
          <p:cNvCxnSpPr>
            <a:cxnSpLocks/>
          </p:cNvCxnSpPr>
          <p:nvPr/>
        </p:nvCxnSpPr>
        <p:spPr>
          <a:xfrm>
            <a:off x="0" y="155063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507225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2" y="1249959"/>
            <a:ext cx="4085912" cy="5125673"/>
          </a:xfrm>
        </p:spPr>
        <p:txBody>
          <a:bodyPr vert="horz" lIns="91440" tIns="45720" rIns="91440" bIns="45720" rtlCol="0" anchor="t">
            <a:normAutofit/>
          </a:bodyPr>
          <a:lstStyle>
            <a:lvl1pPr>
              <a:defRPr lang="en-US" sz="66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2A5B8121-E925-2131-A76A-FBDAB0BC9C80}"/>
              </a:ext>
            </a:extLst>
          </p:cNvPr>
          <p:cNvSpPr>
            <a:spLocks noGrp="1"/>
          </p:cNvSpPr>
          <p:nvPr>
            <p:ph type="ftr" sz="quarter" idx="11"/>
          </p:nvPr>
        </p:nvSpPr>
        <p:spPr/>
        <p:txBody>
          <a:bodyPr/>
          <a:lstStyle/>
          <a:p>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249959"/>
            <a:ext cx="6440424" cy="5238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DBA5BEFD-7245-BB4D-0F86-F1C3A32E0676}"/>
              </a:ext>
            </a:extLst>
          </p:cNvPr>
          <p:cNvSpPr>
            <a:spLocks noGrp="1"/>
          </p:cNvSpPr>
          <p:nvPr>
            <p:ph type="dt" sz="half" idx="10"/>
          </p:nvPr>
        </p:nvSpPr>
        <p:spPr>
          <a:xfrm>
            <a:off x="5363852" y="207982"/>
            <a:ext cx="1921315" cy="413360"/>
          </a:xfrm>
        </p:spPr>
        <p:txBody>
          <a:bodyPr/>
          <a:lstStyle/>
          <a:p>
            <a:fld id="{5BCAD085-E8A6-8845-BD4E-CB4CCA059FC4}" type="datetimeFigureOut">
              <a:rPr lang="en-US" smtClean="0"/>
              <a:t>9/1/2026</a:t>
            </a:fld>
            <a:endParaRPr lang="en-US"/>
          </a:p>
        </p:txBody>
      </p:sp>
      <p:sp>
        <p:nvSpPr>
          <p:cNvPr id="10" name="Slide Number Placeholder 9">
            <a:extLst>
              <a:ext uri="{FF2B5EF4-FFF2-40B4-BE49-F238E27FC236}">
                <a16:creationId xmlns:a16="http://schemas.microsoft.com/office/drawing/2014/main" id="{85879897-4AF6-4B38-AB30-8DD979DC52CE}"/>
              </a:ext>
            </a:extLst>
          </p:cNvPr>
          <p:cNvSpPr>
            <a:spLocks noGrp="1"/>
          </p:cNvSpPr>
          <p:nvPr>
            <p:ph type="sldNum" sz="quarter" idx="12"/>
          </p:nvPr>
        </p:nvSpPr>
        <p:spPr/>
        <p:txBody>
          <a:bodyPr/>
          <a:lstStyle/>
          <a:p>
            <a:fld id="{C1FF6DA9-008F-8B48-92A6-B652298478BF}"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918746"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6852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330876" y="749808"/>
            <a:ext cx="6442024" cy="2039112"/>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910328" cy="68580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330875" y="213482"/>
            <a:ext cx="2962656" cy="411480"/>
          </a:xfrm>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609227" y="210312"/>
            <a:ext cx="1679642" cy="411480"/>
          </a:xfrm>
        </p:spPr>
        <p:txBody>
          <a:bodyPr/>
          <a:lstStyle/>
          <a:p>
            <a:fld id="{5BCAD085-E8A6-8845-BD4E-CB4CCA059FC4}" type="datetimeFigureOut">
              <a:rPr lang="en-US" smtClean="0"/>
              <a:t>9/1/2026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C1FF6DA9-008F-8B48-92A6-B652298478BF}"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0875" y="2944368"/>
            <a:ext cx="6442025" cy="3571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10328"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3941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750308" y="612648"/>
            <a:ext cx="7022592" cy="103327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342584" cy="6858000"/>
          </a:xfrm>
          <a:blipFill>
            <a:blip r:embed="rId2">
              <a:alphaModFix amt="8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CD81791C-036D-058C-0055-96793694D657}"/>
              </a:ext>
            </a:extLst>
          </p:cNvPr>
          <p:cNvSpPr>
            <a:spLocks noGrp="1"/>
          </p:cNvSpPr>
          <p:nvPr>
            <p:ph type="ftr" sz="quarter" idx="15"/>
          </p:nvPr>
        </p:nvSpPr>
        <p:spPr>
          <a:xfrm>
            <a:off x="4750307" y="210312"/>
            <a:ext cx="3531437" cy="413360"/>
          </a:xfrm>
        </p:spPr>
        <p:txBody>
          <a:bodyPr/>
          <a:lstStyle/>
          <a:p>
            <a:endParaRPr lang="en-US"/>
          </a:p>
        </p:txBody>
      </p:sp>
      <p:sp>
        <p:nvSpPr>
          <p:cNvPr id="7" name="Date Placeholder 6">
            <a:extLst>
              <a:ext uri="{FF2B5EF4-FFF2-40B4-BE49-F238E27FC236}">
                <a16:creationId xmlns:a16="http://schemas.microsoft.com/office/drawing/2014/main" id="{E2A8DE5B-9C41-DE5B-BF91-98510120DCFE}"/>
              </a:ext>
            </a:extLst>
          </p:cNvPr>
          <p:cNvSpPr>
            <a:spLocks noGrp="1"/>
          </p:cNvSpPr>
          <p:nvPr>
            <p:ph type="dt" sz="half" idx="14"/>
          </p:nvPr>
        </p:nvSpPr>
        <p:spPr>
          <a:xfrm>
            <a:off x="9582299" y="210312"/>
            <a:ext cx="1679642" cy="413360"/>
          </a:xfrm>
        </p:spPr>
        <p:txBody>
          <a:bodyPr/>
          <a:lstStyle/>
          <a:p>
            <a:fld id="{5BCAD085-E8A6-8845-BD4E-CB4CCA059FC4}" type="datetimeFigureOut">
              <a:rPr lang="en-US" smtClean="0"/>
              <a:t>9/1/2026</a:t>
            </a:fld>
            <a:endParaRPr lang="en-US"/>
          </a:p>
        </p:txBody>
      </p:sp>
      <p:sp>
        <p:nvSpPr>
          <p:cNvPr id="11" name="Slide Number Placeholder 10">
            <a:extLst>
              <a:ext uri="{FF2B5EF4-FFF2-40B4-BE49-F238E27FC236}">
                <a16:creationId xmlns:a16="http://schemas.microsoft.com/office/drawing/2014/main" id="{0E0FD979-F905-C567-8E21-A3EDCE179803}"/>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50307" y="1746503"/>
            <a:ext cx="7022592" cy="48066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34576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032791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12648"/>
            <a:ext cx="7015483" cy="103327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Footer Placeholder 10">
            <a:extLst>
              <a:ext uri="{FF2B5EF4-FFF2-40B4-BE49-F238E27FC236}">
                <a16:creationId xmlns:a16="http://schemas.microsoft.com/office/drawing/2014/main" id="{BB59EF2B-7C7F-BA27-16C2-C56B21D3774C}"/>
              </a:ext>
            </a:extLst>
          </p:cNvPr>
          <p:cNvSpPr>
            <a:spLocks noGrp="1"/>
          </p:cNvSpPr>
          <p:nvPr>
            <p:ph type="ftr" sz="quarter" idx="15"/>
          </p:nvPr>
        </p:nvSpPr>
        <p:spPr/>
        <p:txBody>
          <a:bodyPr/>
          <a:lstStyle/>
          <a:p>
            <a:endParaRPr lang="en-US"/>
          </a:p>
        </p:txBody>
      </p:sp>
      <p:sp>
        <p:nvSpPr>
          <p:cNvPr id="9" name="Date Placeholder 8">
            <a:extLst>
              <a:ext uri="{FF2B5EF4-FFF2-40B4-BE49-F238E27FC236}">
                <a16:creationId xmlns:a16="http://schemas.microsoft.com/office/drawing/2014/main" id="{2A99D216-CE5A-6458-A23E-BE0E554AC3D1}"/>
              </a:ext>
            </a:extLst>
          </p:cNvPr>
          <p:cNvSpPr>
            <a:spLocks noGrp="1"/>
          </p:cNvSpPr>
          <p:nvPr>
            <p:ph type="dt" sz="half" idx="14"/>
          </p:nvPr>
        </p:nvSpPr>
        <p:spPr>
          <a:xfrm>
            <a:off x="5224951" y="207982"/>
            <a:ext cx="1682496" cy="413360"/>
          </a:xfrm>
        </p:spPr>
        <p:txBody>
          <a:bodyPr/>
          <a:lstStyle/>
          <a:p>
            <a:fld id="{5BCAD085-E8A6-8845-BD4E-CB4CCA059FC4}" type="datetimeFigureOut">
              <a:rPr lang="en-US" smtClean="0"/>
              <a:t>9/1/2026</a:t>
            </a:fld>
            <a:endParaRPr lang="en-US"/>
          </a:p>
        </p:txBody>
      </p:sp>
      <p:sp>
        <p:nvSpPr>
          <p:cNvPr id="12" name="Slide Number Placeholder 11">
            <a:extLst>
              <a:ext uri="{FF2B5EF4-FFF2-40B4-BE49-F238E27FC236}">
                <a16:creationId xmlns:a16="http://schemas.microsoft.com/office/drawing/2014/main" id="{3220FA64-3C9A-EBCF-5C28-E7DED40C97DC}"/>
              </a:ext>
            </a:extLst>
          </p:cNvPr>
          <p:cNvSpPr>
            <a:spLocks noGrp="1"/>
          </p:cNvSpPr>
          <p:nvPr>
            <p:ph type="sldNum" sz="quarter" idx="16"/>
          </p:nvPr>
        </p:nvSpPr>
        <p:spPr>
          <a:xfrm>
            <a:off x="6789594" y="207982"/>
            <a:ext cx="546447" cy="413360"/>
          </a:xfrm>
        </p:spPr>
        <p:txBody>
          <a:bodyPr/>
          <a:lstStyle/>
          <a:p>
            <a:fld id="{C1FF6DA9-008F-8B48-92A6-B652298478BF}"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746504"/>
            <a:ext cx="7018271" cy="4806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773592" y="0"/>
            <a:ext cx="4417215"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76883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178031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3" y="749808"/>
            <a:ext cx="5778227" cy="103327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969163" y="210312"/>
            <a:ext cx="1679642" cy="411480"/>
          </a:xfrm>
        </p:spPr>
        <p:txBody>
          <a:bodyPr/>
          <a:lstStyle/>
          <a:p>
            <a:fld id="{5BCAD085-E8A6-8845-BD4E-CB4CCA059FC4}" type="datetimeFigureOut">
              <a:rPr lang="en-US" smtClean="0"/>
              <a:t>9/1/2026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5614093" y="210312"/>
            <a:ext cx="546447" cy="413360"/>
          </a:xfrm>
        </p:spPr>
        <p:txBody>
          <a:bodyPr/>
          <a:lstStyle/>
          <a:p>
            <a:fld id="{C1FF6DA9-008F-8B48-92A6-B652298478BF}"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993391"/>
            <a:ext cx="5778227" cy="45598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575416" y="0"/>
            <a:ext cx="5616584"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AF4034EB-F498-D527-195A-D17B85027774}"/>
              </a:ext>
            </a:extLst>
          </p:cNvPr>
          <p:cNvCxnSpPr>
            <a:cxnSpLocks/>
          </p:cNvCxnSpPr>
          <p:nvPr/>
        </p:nvCxnSpPr>
        <p:spPr>
          <a:xfrm>
            <a:off x="6570629"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953682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4123680" cy="1517904"/>
          </a:xfrm>
        </p:spPr>
        <p:txBody>
          <a:bodyPr vert="horz" lIns="91440" tIns="45720" rIns="91440" bIns="45720" rtlCol="0" anchor="t">
            <a:normAutofit/>
          </a:bodyPr>
          <a:lstStyle>
            <a:lvl1pPr>
              <a:defRPr lang="en-US" sz="400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3" y="210312"/>
            <a:ext cx="2260057" cy="411480"/>
          </a:xfrm>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29329" y="210312"/>
            <a:ext cx="1058111" cy="411480"/>
          </a:xfrm>
        </p:spPr>
        <p:txBody>
          <a:bodyPr/>
          <a:lstStyle/>
          <a:p>
            <a:fld id="{5BCAD085-E8A6-8845-BD4E-CB4CCA059FC4}" type="datetimeFigureOut">
              <a:rPr lang="en-US" smtClean="0"/>
              <a:t>9/1/2026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10197" y="210312"/>
            <a:ext cx="440969" cy="413360"/>
          </a:xfrm>
        </p:spPr>
        <p:txBody>
          <a:bodyPr/>
          <a:lstStyle/>
          <a:p>
            <a:fld id="{C1FF6DA9-008F-8B48-92A6-B652298478BF}"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9704" y="2578609"/>
            <a:ext cx="4130606" cy="3712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796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79519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5" cy="960120"/>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F8890DBE-0DD3-8504-F95F-4225535FB1B9}"/>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734BB28A-95D9-4CE6-DA59-520BA3C61CDB}"/>
              </a:ext>
            </a:extLst>
          </p:cNvPr>
          <p:cNvSpPr>
            <a:spLocks noGrp="1"/>
          </p:cNvSpPr>
          <p:nvPr>
            <p:ph type="dt" sz="half" idx="14"/>
          </p:nvPr>
        </p:nvSpPr>
        <p:spPr/>
        <p:txBody>
          <a:bodyPr/>
          <a:lstStyle/>
          <a:p>
            <a:fld id="{5BCAD085-E8A6-8845-BD4E-CB4CCA059FC4}" type="datetimeFigureOut">
              <a:rPr lang="en-US" smtClean="0"/>
              <a:t>9/1/2026</a:t>
            </a:fld>
            <a:endParaRPr lang="en-US"/>
          </a:p>
        </p:txBody>
      </p:sp>
      <p:sp>
        <p:nvSpPr>
          <p:cNvPr id="12" name="Slide Number Placeholder 11">
            <a:extLst>
              <a:ext uri="{FF2B5EF4-FFF2-40B4-BE49-F238E27FC236}">
                <a16:creationId xmlns:a16="http://schemas.microsoft.com/office/drawing/2014/main" id="{E1FA0A0C-CE55-CB7D-174D-D77937630A9D}"/>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5012355" cy="4284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5822674" y="1834524"/>
            <a:ext cx="6378722" cy="5023476"/>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5816454"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963101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5166364"/>
            <a:ext cx="3656530" cy="122342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483717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5166364"/>
            <a:ext cx="7073776" cy="12234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6"/>
            <a:ext cx="2962656" cy="365125"/>
          </a:xfrm>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6437193"/>
            <a:ext cx="4549413" cy="365125"/>
          </a:xfrm>
        </p:spPr>
        <p:txBody>
          <a:bodyPr/>
          <a:lstStyle/>
          <a:p>
            <a:fld id="{5BCAD085-E8A6-8845-BD4E-CB4CCA059FC4}" type="datetimeFigureOut">
              <a:rPr lang="en-US" smtClean="0"/>
              <a:t>9/1/2026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413360"/>
          </a:xfrm>
        </p:spPr>
        <p:txBody>
          <a:bodyPr/>
          <a:lstStyle/>
          <a:p>
            <a:fld id="{C1FF6DA9-008F-8B48-92A6-B652298478BF}" type="slidenum">
              <a:rPr lang="en-US" smtClean="0"/>
              <a:t>‹#›</a:t>
            </a:fld>
            <a:endParaRPr 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4837176"/>
            <a:ext cx="0" cy="202082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4842106"/>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06936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62002"/>
            <a:ext cx="6612786" cy="1555895"/>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6A2AC736-2858-40E1-3533-38692573ECE6}"/>
              </a:ext>
            </a:extLst>
          </p:cNvPr>
          <p:cNvSpPr>
            <a:spLocks noGrp="1"/>
          </p:cNvSpPr>
          <p:nvPr>
            <p:ph type="ftr" sz="quarter" idx="15"/>
          </p:nvPr>
        </p:nvSpPr>
        <p:spPr/>
        <p:txBody>
          <a:bodyPr/>
          <a:lstStyle/>
          <a:p>
            <a:endParaRPr lang="en-US"/>
          </a:p>
        </p:txBody>
      </p:sp>
      <p:sp>
        <p:nvSpPr>
          <p:cNvPr id="8" name="Date Placeholder 7">
            <a:extLst>
              <a:ext uri="{FF2B5EF4-FFF2-40B4-BE49-F238E27FC236}">
                <a16:creationId xmlns:a16="http://schemas.microsoft.com/office/drawing/2014/main" id="{6F901C69-26AA-7830-9BFF-EC62E8208AB7}"/>
              </a:ext>
            </a:extLst>
          </p:cNvPr>
          <p:cNvSpPr>
            <a:spLocks noGrp="1"/>
          </p:cNvSpPr>
          <p:nvPr>
            <p:ph type="dt" sz="half" idx="14"/>
          </p:nvPr>
        </p:nvSpPr>
        <p:spPr/>
        <p:txBody>
          <a:bodyPr/>
          <a:lstStyle/>
          <a:p>
            <a:fld id="{5BCAD085-E8A6-8845-BD4E-CB4CCA059FC4}" type="datetimeFigureOut">
              <a:rPr lang="en-US" smtClean="0"/>
              <a:t>9/1/2026</a:t>
            </a:fld>
            <a:endParaRPr lang="en-US"/>
          </a:p>
        </p:txBody>
      </p:sp>
      <p:sp>
        <p:nvSpPr>
          <p:cNvPr id="11" name="Slide Number Placeholder 10">
            <a:extLst>
              <a:ext uri="{FF2B5EF4-FFF2-40B4-BE49-F238E27FC236}">
                <a16:creationId xmlns:a16="http://schemas.microsoft.com/office/drawing/2014/main" id="{A83EC4C7-2AFC-9797-0F80-FCBABD2A8562}"/>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627" y="2435966"/>
            <a:ext cx="7283725" cy="4422032"/>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80068" y="762000"/>
            <a:ext cx="4092813"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72771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7277100"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896826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448056"/>
            <a:ext cx="11514759" cy="1124712"/>
          </a:xfrm>
        </p:spPr>
        <p:txBody>
          <a:bodyPr vert="horz" lIns="91440" tIns="45720" rIns="91440" bIns="45720" rtlCol="0" anchor="ctr">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5BCAD085-E8A6-8845-BD4E-CB4CCA059FC4}" type="datetimeFigureOut">
              <a:rPr lang="en-US" smtClean="0"/>
              <a:t>9/1/2026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07982"/>
            <a:ext cx="546447" cy="411480"/>
          </a:xfrm>
        </p:spPr>
        <p:txBody>
          <a:bodyPr/>
          <a:lstStyle/>
          <a:p>
            <a:fld id="{C1FF6DA9-008F-8B48-92A6-B652298478BF}"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3614" y="1700784"/>
            <a:ext cx="3318170" cy="515721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801441" y="2130553"/>
            <a:ext cx="7971459" cy="4422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6C347961-3E7C-FAAC-2283-DA751A80201C}"/>
              </a:ext>
            </a:extLst>
          </p:cNvPr>
          <p:cNvCxnSpPr>
            <a:cxnSpLocks/>
          </p:cNvCxnSpPr>
          <p:nvPr/>
        </p:nvCxnSpPr>
        <p:spPr>
          <a:xfrm>
            <a:off x="0" y="1695518"/>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E4B3C03-E31F-77F7-02F0-8C25E1C62792}"/>
              </a:ext>
            </a:extLst>
          </p:cNvPr>
          <p:cNvCxnSpPr>
            <a:cxnSpLocks/>
          </p:cNvCxnSpPr>
          <p:nvPr/>
        </p:nvCxnSpPr>
        <p:spPr>
          <a:xfrm>
            <a:off x="3318170" y="1695518"/>
            <a:ext cx="0" cy="516248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147258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Number Larg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accent1"/>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normAutofit/>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5BCAD085-E8A6-8845-BD4E-CB4CCA059FC4}" type="datetimeFigureOut">
              <a:rPr lang="en-US" smtClean="0"/>
              <a:t>9/1/2026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normAutofit/>
          </a:bodyPr>
          <a:lstStyle>
            <a:lvl1pPr>
              <a:defRPr>
                <a:solidFill>
                  <a:schemeClr val="tx2"/>
                </a:solidFill>
              </a:defRPr>
            </a:lvl1pPr>
          </a:lstStyle>
          <a:p>
            <a:fld id="{C1FF6DA9-008F-8B48-92A6-B652298478BF}" type="slidenum">
              <a:rPr lang="en-US" smtClean="0"/>
              <a:t>‹#›</a:t>
            </a:fld>
            <a:endParaRPr 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30457907"/>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tatement">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914400"/>
            <a:ext cx="10045427" cy="4464554"/>
          </a:xfrm>
        </p:spPr>
        <p:txBody>
          <a:bodyPr anchor="ctr">
            <a:noAutofit/>
          </a:bodyPr>
          <a:lstStyle>
            <a:lvl1pPr marL="0" indent="0">
              <a:lnSpc>
                <a:spcPct val="75000"/>
              </a:lnSpc>
              <a:buNone/>
              <a:defRPr sz="8800" b="0">
                <a:solidFill>
                  <a:schemeClr val="tx2"/>
                </a:solidFill>
                <a:latin typeface="+mj-lt"/>
              </a:defRPr>
            </a:lvl1pPr>
            <a:lvl2pPr marL="228600" indent="0">
              <a:lnSpc>
                <a:spcPct val="100000"/>
              </a:lnSpc>
              <a:buNone/>
              <a:defRPr sz="8000" b="0">
                <a:solidFill>
                  <a:schemeClr val="tx2"/>
                </a:solidFill>
                <a:latin typeface="+mj-lt"/>
              </a:defRPr>
            </a:lvl2pPr>
            <a:lvl3pPr marL="457200" indent="0">
              <a:lnSpc>
                <a:spcPct val="100000"/>
              </a:lnSpc>
              <a:buNone/>
              <a:defRPr sz="7200" b="0">
                <a:solidFill>
                  <a:schemeClr val="tx2"/>
                </a:solidFill>
                <a:latin typeface="+mj-lt"/>
              </a:defRPr>
            </a:lvl3pPr>
            <a:lvl4pPr marL="685800" indent="0">
              <a:lnSpc>
                <a:spcPct val="100000"/>
              </a:lnSpc>
              <a:buNone/>
              <a:defRPr sz="6600" b="0">
                <a:solidFill>
                  <a:schemeClr val="tx2"/>
                </a:solidFill>
                <a:latin typeface="+mj-lt"/>
              </a:defRPr>
            </a:lvl4pPr>
            <a:lvl5pPr marL="914400" indent="0">
              <a:lnSpc>
                <a:spcPct val="100000"/>
              </a:lnSpc>
              <a:buNone/>
              <a:defRPr sz="6000" b="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3640"/>
            <a:ext cx="2963692" cy="413360"/>
          </a:xfrm>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680069" y="6263640"/>
            <a:ext cx="1921315" cy="413360"/>
          </a:xfrm>
        </p:spPr>
        <p:txBody>
          <a:bodyPr/>
          <a:lstStyle/>
          <a:p>
            <a:fld id="{5BCAD085-E8A6-8845-BD4E-CB4CCA059FC4}" type="datetimeFigureOut">
              <a:rPr lang="en-US" smtClean="0"/>
              <a:t>9/1/2026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3640"/>
            <a:ext cx="546447" cy="413360"/>
          </a:xfrm>
        </p:spPr>
        <p:txBody>
          <a:bodyPr/>
          <a:lstStyle/>
          <a:p>
            <a:fld id="{C1FF6DA9-008F-8B48-92A6-B652298478BF}" type="slidenum">
              <a:rPr lang="en-US" smtClean="0"/>
              <a:t>‹#›</a:t>
            </a:fld>
            <a:endParaRPr lang="en-US"/>
          </a:p>
        </p:txBody>
      </p:sp>
      <p:cxnSp>
        <p:nvCxnSpPr>
          <p:cNvPr id="6" name="Straight Connector 5">
            <a:extLst>
              <a:ext uri="{FF2B5EF4-FFF2-40B4-BE49-F238E27FC236}">
                <a16:creationId xmlns:a16="http://schemas.microsoft.com/office/drawing/2014/main" id="{1A935D4C-A027-60A0-BEB8-B1A89C1C5E3A}"/>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58981680"/>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40220"/>
            <a:ext cx="9299448" cy="1015996"/>
          </a:xfrm>
        </p:spPr>
        <p:txBody>
          <a:bodyPr anchor="ctr">
            <a:normAutofit/>
          </a:bodyPr>
          <a:lstStyle>
            <a:lvl1pPr>
              <a:defRPr sz="2000" cap="none"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70816"/>
            <a:ext cx="9692640" cy="3872159"/>
          </a:xfrm>
        </p:spPr>
        <p:txBody>
          <a:bodyPr>
            <a:normAutofit/>
          </a:bodyPr>
          <a:lstStyle>
            <a:lvl1pPr marL="274320" indent="-274320">
              <a:lnSpc>
                <a:spcPct val="70000"/>
              </a:lnSpc>
              <a:buNone/>
              <a:defRPr sz="8800" cap="all" baseline="0">
                <a:solidFill>
                  <a:schemeClr val="tx2"/>
                </a:solidFill>
                <a:latin typeface="+mj-lt"/>
              </a:defRPr>
            </a:lvl1pPr>
            <a:lvl2pPr marL="274320" indent="-274320">
              <a:lnSpc>
                <a:spcPct val="70000"/>
              </a:lnSpc>
              <a:buNone/>
              <a:defRPr sz="8000" cap="all" baseline="0">
                <a:solidFill>
                  <a:schemeClr val="accent2">
                    <a:lumMod val="20000"/>
                    <a:lumOff val="80000"/>
                  </a:schemeClr>
                </a:solidFill>
                <a:latin typeface="+mj-lt"/>
              </a:defRPr>
            </a:lvl2pPr>
            <a:lvl3pPr marL="274320" indent="-274320">
              <a:lnSpc>
                <a:spcPct val="70000"/>
              </a:lnSpc>
              <a:buNone/>
              <a:defRPr sz="7200" cap="all" baseline="0">
                <a:solidFill>
                  <a:schemeClr val="accent2">
                    <a:lumMod val="20000"/>
                    <a:lumOff val="80000"/>
                  </a:schemeClr>
                </a:solidFill>
                <a:latin typeface="+mj-lt"/>
              </a:defRPr>
            </a:lvl3pPr>
            <a:lvl4pPr marL="274320" indent="-274320">
              <a:lnSpc>
                <a:spcPct val="70000"/>
              </a:lnSpc>
              <a:buNone/>
              <a:defRPr sz="6600" cap="all" baseline="0">
                <a:solidFill>
                  <a:schemeClr val="accent2">
                    <a:lumMod val="20000"/>
                    <a:lumOff val="80000"/>
                  </a:schemeClr>
                </a:solidFill>
                <a:latin typeface="+mj-lt"/>
              </a:defRPr>
            </a:lvl4pPr>
            <a:lvl5pPr marL="274320" indent="-274320">
              <a:lnSpc>
                <a:spcPct val="70000"/>
              </a:lnSpc>
              <a:buNone/>
              <a:defRPr sz="6600" cap="all" baseline="0">
                <a:solidFill>
                  <a:schemeClr val="accent2">
                    <a:lumMod val="20000"/>
                    <a:lumOff val="80000"/>
                  </a:schemeClr>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5BCAD085-E8A6-8845-BD4E-CB4CCA059FC4}" type="datetimeFigureOut">
              <a:rPr lang="en-US" smtClean="0"/>
              <a:t>9/1/2026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C1FF6DA9-008F-8B48-92A6-B652298478BF}" type="slidenum">
              <a:rPr lang="en-US" smtClean="0"/>
              <a:t>‹#›</a:t>
            </a:fld>
            <a:endParaRPr 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5D9130-12F6-DFB8-70EF-9ACBA9FDECB0}"/>
              </a:ext>
            </a:extLst>
          </p:cNvPr>
          <p:cNvCxnSpPr>
            <a:cxnSpLocks/>
          </p:cNvCxnSpPr>
          <p:nvPr/>
        </p:nvCxnSpPr>
        <p:spPr>
          <a:xfrm>
            <a:off x="0" y="5274530"/>
            <a:ext cx="12192000" cy="0"/>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46232201"/>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594AB-EF90-9591-5954-F617B83D139F}"/>
              </a:ext>
            </a:extLst>
          </p:cNvPr>
          <p:cNvSpPr>
            <a:spLocks noGrp="1"/>
          </p:cNvSpPr>
          <p:nvPr>
            <p:ph type="title"/>
          </p:nvPr>
        </p:nvSpPr>
        <p:spPr>
          <a:xfrm>
            <a:off x="320559" y="685800"/>
            <a:ext cx="11253668" cy="66569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0" name="Footer Placeholder 9">
            <a:extLst>
              <a:ext uri="{FF2B5EF4-FFF2-40B4-BE49-F238E27FC236}">
                <a16:creationId xmlns:a16="http://schemas.microsoft.com/office/drawing/2014/main" id="{96A57BED-3AFE-6AA9-E0D5-586748D61F6A}"/>
              </a:ext>
            </a:extLst>
          </p:cNvPr>
          <p:cNvSpPr>
            <a:spLocks noGrp="1"/>
          </p:cNvSpPr>
          <p:nvPr>
            <p:ph type="ftr" sz="quarter" idx="11"/>
          </p:nvPr>
        </p:nvSpPr>
        <p:spPr/>
        <p:txBody>
          <a:bodyPr/>
          <a:lstStyle/>
          <a:p>
            <a:endParaRPr lang="en-US"/>
          </a:p>
        </p:txBody>
      </p:sp>
      <p:sp>
        <p:nvSpPr>
          <p:cNvPr id="9" name="Date Placeholder 8">
            <a:extLst>
              <a:ext uri="{FF2B5EF4-FFF2-40B4-BE49-F238E27FC236}">
                <a16:creationId xmlns:a16="http://schemas.microsoft.com/office/drawing/2014/main" id="{47C21221-DC95-273B-0C4F-43B35ADA1C0E}"/>
              </a:ext>
            </a:extLst>
          </p:cNvPr>
          <p:cNvSpPr>
            <a:spLocks noGrp="1"/>
          </p:cNvSpPr>
          <p:nvPr>
            <p:ph type="dt" sz="half" idx="10"/>
          </p:nvPr>
        </p:nvSpPr>
        <p:spPr/>
        <p:txBody>
          <a:bodyPr/>
          <a:lstStyle/>
          <a:p>
            <a:fld id="{5BCAD085-E8A6-8845-BD4E-CB4CCA059FC4}" type="datetimeFigureOut">
              <a:rPr lang="en-US" smtClean="0"/>
              <a:t>9/1/2026</a:t>
            </a:fld>
            <a:endParaRPr lang="en-US"/>
          </a:p>
        </p:txBody>
      </p:sp>
      <p:sp>
        <p:nvSpPr>
          <p:cNvPr id="11" name="Slide Number Placeholder 10">
            <a:extLst>
              <a:ext uri="{FF2B5EF4-FFF2-40B4-BE49-F238E27FC236}">
                <a16:creationId xmlns:a16="http://schemas.microsoft.com/office/drawing/2014/main" id="{2E44E859-99AA-D46F-1AD8-4C0F287F3783}"/>
              </a:ext>
            </a:extLst>
          </p:cNvPr>
          <p:cNvSpPr>
            <a:spLocks noGrp="1"/>
          </p:cNvSpPr>
          <p:nvPr>
            <p:ph type="sldNum" sz="quarter" idx="12"/>
          </p:nvPr>
        </p:nvSpPr>
        <p:spPr/>
        <p:txBody>
          <a:bodyPr/>
          <a:lstStyle/>
          <a:p>
            <a:fld id="{C1FF6DA9-008F-8B48-92A6-B652298478BF}" type="slidenum">
              <a:rPr lang="en-US" smtClean="0"/>
              <a:t>‹#›</a:t>
            </a:fld>
            <a:endParaRPr lang="en-US"/>
          </a:p>
        </p:txBody>
      </p:sp>
      <p:sp>
        <p:nvSpPr>
          <p:cNvPr id="3" name="Content Placeholder 2">
            <a:extLst>
              <a:ext uri="{FF2B5EF4-FFF2-40B4-BE49-F238E27FC236}">
                <a16:creationId xmlns:a16="http://schemas.microsoft.com/office/drawing/2014/main" id="{F2C3231F-0FFC-E2BB-36F8-9816E4DECEB6}"/>
              </a:ext>
            </a:extLst>
          </p:cNvPr>
          <p:cNvSpPr>
            <a:spLocks noGrp="1"/>
          </p:cNvSpPr>
          <p:nvPr>
            <p:ph sz="half" idx="1"/>
          </p:nvPr>
        </p:nvSpPr>
        <p:spPr>
          <a:xfrm>
            <a:off x="317773" y="1773857"/>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93CC2C1-ED8C-D52E-BEF5-671EDC62385A}"/>
              </a:ext>
            </a:extLst>
          </p:cNvPr>
          <p:cNvSpPr>
            <a:spLocks noGrp="1"/>
          </p:cNvSpPr>
          <p:nvPr>
            <p:ph sz="half" idx="2"/>
          </p:nvPr>
        </p:nvSpPr>
        <p:spPr>
          <a:xfrm>
            <a:off x="6224987" y="1773858"/>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2397169B-5226-712F-36F4-352E56B637D4}"/>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15977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317772" y="685800"/>
            <a:ext cx="11256264" cy="66751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5BCAD085-E8A6-8845-BD4E-CB4CCA059FC4}" type="datetimeFigureOut">
              <a:rPr lang="en-US" smtClean="0"/>
              <a:t>9/1/2026</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C1FF6DA9-008F-8B48-92A6-B652298478BF}" type="slidenum">
              <a:rPr lang="en-US" smtClean="0"/>
              <a:t>‹#›</a:t>
            </a:fld>
            <a:endParaRPr lang="en-US"/>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317773" y="1773857"/>
            <a:ext cx="5349064"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4D3C6A-509A-8CB1-B220-1CE755BE2FE8}"/>
              </a:ext>
            </a:extLst>
          </p:cNvPr>
          <p:cNvSpPr>
            <a:spLocks noGrp="1"/>
          </p:cNvSpPr>
          <p:nvPr>
            <p:ph sz="half" idx="2"/>
          </p:nvPr>
        </p:nvSpPr>
        <p:spPr>
          <a:xfrm>
            <a:off x="317773" y="2368476"/>
            <a:ext cx="5349064"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224796" y="1773857"/>
            <a:ext cx="5349240"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1ECFD5-92D0-1854-D18E-8BC5DF56A70E}"/>
              </a:ext>
            </a:extLst>
          </p:cNvPr>
          <p:cNvSpPr>
            <a:spLocks noGrp="1"/>
          </p:cNvSpPr>
          <p:nvPr>
            <p:ph sz="quarter" idx="4"/>
          </p:nvPr>
        </p:nvSpPr>
        <p:spPr>
          <a:xfrm>
            <a:off x="6224796" y="2368476"/>
            <a:ext cx="5349240"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3D1AC07E-A077-E2A6-1718-DDDA542A8A98}"/>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36550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17042-CDCB-3B2F-8C5B-24B17903E7D2}"/>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3BA4C6AE-702E-258F-EA5E-02906C70DFD8}"/>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12339AE3-ADB1-728F-9FBA-2FD43A0AC300}"/>
              </a:ext>
            </a:extLst>
          </p:cNvPr>
          <p:cNvSpPr>
            <a:spLocks noGrp="1"/>
          </p:cNvSpPr>
          <p:nvPr>
            <p:ph type="dt" sz="half" idx="10"/>
          </p:nvPr>
        </p:nvSpPr>
        <p:spPr/>
        <p:txBody>
          <a:bodyPr/>
          <a:lstStyle/>
          <a:p>
            <a:fld id="{5BCAD085-E8A6-8845-BD4E-CB4CCA059FC4}" type="datetimeFigureOut">
              <a:rPr lang="en-US" smtClean="0"/>
              <a:t>9/1/2026</a:t>
            </a:fld>
            <a:endParaRPr lang="en-US"/>
          </a:p>
        </p:txBody>
      </p:sp>
      <p:sp>
        <p:nvSpPr>
          <p:cNvPr id="5" name="Slide Number Placeholder 4">
            <a:extLst>
              <a:ext uri="{FF2B5EF4-FFF2-40B4-BE49-F238E27FC236}">
                <a16:creationId xmlns:a16="http://schemas.microsoft.com/office/drawing/2014/main" id="{FD965F4B-E6CF-D83A-1F1B-81274FD57428}"/>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385351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E52550-02A6-D7FB-DD57-70C87BAA4FE2}"/>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B402D272-B561-7F82-06FB-C5DE719AAE9A}"/>
              </a:ext>
            </a:extLst>
          </p:cNvPr>
          <p:cNvSpPr>
            <a:spLocks noGrp="1"/>
          </p:cNvSpPr>
          <p:nvPr>
            <p:ph type="dt" sz="half" idx="10"/>
          </p:nvPr>
        </p:nvSpPr>
        <p:spPr/>
        <p:txBody>
          <a:bodyPr/>
          <a:lstStyle/>
          <a:p>
            <a:fld id="{5BCAD085-E8A6-8845-BD4E-CB4CCA059FC4}" type="datetimeFigureOut">
              <a:rPr lang="en-US" smtClean="0"/>
              <a:t>9/1/2026</a:t>
            </a:fld>
            <a:endParaRPr lang="en-US"/>
          </a:p>
        </p:txBody>
      </p:sp>
      <p:sp>
        <p:nvSpPr>
          <p:cNvPr id="4" name="Slide Number Placeholder 3">
            <a:extLst>
              <a:ext uri="{FF2B5EF4-FFF2-40B4-BE49-F238E27FC236}">
                <a16:creationId xmlns:a16="http://schemas.microsoft.com/office/drawing/2014/main" id="{A7EF0FF0-3A36-A128-D75E-71A4B54CB6C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006987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Conclusion">
    <p:bg>
      <p:bgRef idx="1001">
        <a:schemeClr val="bg2"/>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8A45ECA-9413-0F81-085A-48CF6F23E1DC}"/>
              </a:ext>
            </a:extLst>
          </p:cNvPr>
          <p:cNvCxnSpPr>
            <a:cxnSpLocks/>
          </p:cNvCxnSpPr>
          <p:nvPr/>
        </p:nvCxnSpPr>
        <p:spPr>
          <a:xfrm>
            <a:off x="0" y="2118492"/>
            <a:ext cx="12192000" cy="0"/>
          </a:xfrm>
          <a:prstGeom prst="line">
            <a:avLst/>
          </a:prstGeom>
          <a:ln w="9525">
            <a:solidFill>
              <a:schemeClr val="tx1">
                <a:lumMod val="8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832104"/>
            <a:ext cx="11253668" cy="1225296"/>
          </a:xfrm>
        </p:spPr>
        <p:txBody>
          <a:bodyPr>
            <a:normAutofit/>
          </a:bodyPr>
          <a:lstStyle>
            <a:lvl1pPr>
              <a:defRPr sz="88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63640"/>
            <a:ext cx="2962656" cy="411480"/>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1" y="6263640"/>
            <a:ext cx="1933553" cy="411480"/>
          </a:xfrm>
        </p:spPr>
        <p:txBody>
          <a:bodyPr/>
          <a:lstStyle>
            <a:lvl1pPr>
              <a:defRPr>
                <a:solidFill>
                  <a:schemeClr val="tx2"/>
                </a:solidFill>
              </a:defRPr>
            </a:lvl1pPr>
          </a:lstStyle>
          <a:p>
            <a:fld id="{5BCAD085-E8A6-8845-BD4E-CB4CCA059FC4}" type="datetimeFigureOut">
              <a:rPr lang="en-US" smtClean="0"/>
              <a:t>9/1/2026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3360"/>
          </a:xfrm>
        </p:spPr>
        <p:txBody>
          <a:bodyPr/>
          <a:lstStyle>
            <a:lvl1pPr>
              <a:defRPr>
                <a:solidFill>
                  <a:schemeClr val="tx2"/>
                </a:solidFill>
              </a:defRPr>
            </a:lvl1pPr>
          </a:lstStyle>
          <a:p>
            <a:fld id="{C1FF6DA9-008F-8B48-92A6-B652298478BF}"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7" y="3429001"/>
            <a:ext cx="11253669" cy="2773546"/>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57913109"/>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obj"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1270390"/>
            <a:ext cx="7929980" cy="2060888"/>
          </a:xfrm>
        </p:spPr>
        <p:txBody>
          <a:bodyPr>
            <a:normAutofit/>
          </a:bodyPr>
          <a:lstStyle>
            <a:lvl1pPr>
              <a:defRPr sz="88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5" y="3794761"/>
            <a:ext cx="7932765" cy="1531091"/>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5BCAD085-E8A6-8845-BD4E-CB4CCA059FC4}" type="datetimeFigureOut">
              <a:rPr lang="en-US" smtClean="0"/>
              <a:t>9/1/2026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C1FF6DA9-008F-8B48-92A6-B652298478BF}" type="slidenum">
              <a:rPr lang="en-US" smtClean="0"/>
              <a:t>‹#›</a:t>
            </a:fld>
            <a:endParaRPr lang="en-US"/>
          </a:p>
        </p:txBody>
      </p:sp>
      <p:cxnSp>
        <p:nvCxnSpPr>
          <p:cNvPr id="7" name="Straight Connector 6">
            <a:extLst>
              <a:ext uri="{FF2B5EF4-FFF2-40B4-BE49-F238E27FC236}">
                <a16:creationId xmlns:a16="http://schemas.microsoft.com/office/drawing/2014/main" id="{F4D168F9-DE00-B9C1-AD77-139DA8AF3364}"/>
              </a:ext>
            </a:extLst>
          </p:cNvPr>
          <p:cNvCxnSpPr>
            <a:cxnSpLocks/>
          </p:cNvCxnSpPr>
          <p:nvPr/>
        </p:nvCxnSpPr>
        <p:spPr>
          <a:xfrm>
            <a:off x="0" y="3434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9555326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4398EFF-E3C5-E79D-1BD3-016E84949F9C}"/>
              </a:ext>
            </a:extLst>
          </p:cNvPr>
          <p:cNvCxnSpPr>
            <a:cxnSpLocks/>
          </p:cNvCxnSpPr>
          <p:nvPr/>
        </p:nvCxnSpPr>
        <p:spPr>
          <a:xfrm>
            <a:off x="0" y="789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320559" y="935798"/>
            <a:ext cx="11253668" cy="66569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320559" y="1707581"/>
            <a:ext cx="11253668" cy="484833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317773" y="207982"/>
            <a:ext cx="2963692"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endParaRPr lang="en-US"/>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680069" y="207982"/>
            <a:ext cx="1921315"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fld id="{5BCAD085-E8A6-8845-BD4E-CB4CCA059FC4}" type="datetimeFigureOut">
              <a:rPr lang="en-US" smtClean="0"/>
              <a:t>9/1/2026</a:t>
            </a:fld>
            <a:endParaRPr lang="en-US"/>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288870" y="207982"/>
            <a:ext cx="546447" cy="413360"/>
          </a:xfrm>
          <a:prstGeom prst="rect">
            <a:avLst/>
          </a:prstGeom>
        </p:spPr>
        <p:txBody>
          <a:bodyPr vert="horz" lIns="91440" tIns="45720" rIns="91440" bIns="45720" rtlCol="0" anchor="ctr">
            <a:normAutofit/>
          </a:bodyPr>
          <a:lstStyle>
            <a:lvl1pPr algn="r">
              <a:defRPr sz="850" b="1" cap="all" baseline="0">
                <a:solidFill>
                  <a:schemeClr val="tx2"/>
                </a:solidFill>
              </a:defRPr>
            </a:lvl1pPr>
          </a:lstStyle>
          <a:p>
            <a:fld id="{C1FF6DA9-008F-8B48-92A6-B652298478BF}" type="slidenum">
              <a:rPr lang="en-US" smtClean="0"/>
              <a:t>‹#›</a:t>
            </a:fld>
            <a:endParaRPr lang="en-US"/>
          </a:p>
        </p:txBody>
      </p:sp>
      <p:sp>
        <p:nvSpPr>
          <p:cNvPr id="8" name="TextBox 7">
            <a:extLst>
              <a:ext uri="{FF2B5EF4-FFF2-40B4-BE49-F238E27FC236}">
                <a16:creationId xmlns:a16="http://schemas.microsoft.com/office/drawing/2014/main" id="{5F143C14-E680-3360-0E4D-DA502AF50E85}"/>
              </a:ext>
            </a:extLst>
          </p:cNvPr>
          <p:cNvSpPr txBox="1"/>
          <p:nvPr>
            <p:extLst>
              <p:ext uri="{1162E1C5-73C7-4A58-AE30-91384D911F3F}">
                <p184:classification xmlns:p184="http://schemas.microsoft.com/office/powerpoint/2018/4/main" val="ftr"/>
              </p:ext>
            </p:extLst>
          </p:nvPr>
        </p:nvSpPr>
        <p:spPr>
          <a:xfrm>
            <a:off x="63500" y="6642100"/>
            <a:ext cx="197802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Classified as Microsoft Confidential</a:t>
            </a:r>
          </a:p>
        </p:txBody>
      </p:sp>
    </p:spTree>
    <p:extLst>
      <p:ext uri="{BB962C8B-B14F-4D97-AF65-F5344CB8AC3E}">
        <p14:creationId xmlns:p14="http://schemas.microsoft.com/office/powerpoint/2010/main" val="1451659729"/>
      </p:ext>
    </p:extLst>
  </p:cSld>
  <p:clrMap bg1="lt1" tx1="dk1" bg2="lt2" tx2="dk2" accent1="accent1" accent2="accent2" accent3="accent3" accent4="accent4" accent5="accent5" accent6="accent6" hlink="hlink" folHlink="folHlink"/>
  <p:sldLayoutIdLst>
    <p:sldLayoutId id="2147483941" r:id="rId1"/>
    <p:sldLayoutId id="2147483942" r:id="rId2"/>
    <p:sldLayoutId id="2147483943" r:id="rId3"/>
    <p:sldLayoutId id="2147483944" r:id="rId4"/>
    <p:sldLayoutId id="2147483945" r:id="rId5"/>
    <p:sldLayoutId id="2147483946" r:id="rId6"/>
    <p:sldLayoutId id="2147483947" r:id="rId7"/>
    <p:sldLayoutId id="2147483948" r:id="rId8"/>
    <p:sldLayoutId id="2147483949" r:id="rId9"/>
    <p:sldLayoutId id="2147483950" r:id="rId10"/>
    <p:sldLayoutId id="2147483951" r:id="rId11"/>
    <p:sldLayoutId id="2147483952" r:id="rId12"/>
    <p:sldLayoutId id="2147483953" r:id="rId13"/>
    <p:sldLayoutId id="2147483954" r:id="rId14"/>
    <p:sldLayoutId id="2147483955" r:id="rId15"/>
    <p:sldLayoutId id="2147483956" r:id="rId16"/>
    <p:sldLayoutId id="2147483957" r:id="rId17"/>
    <p:sldLayoutId id="2147483958" r:id="rId18"/>
    <p:sldLayoutId id="2147483959" r:id="rId19"/>
    <p:sldLayoutId id="2147483960" r:id="rId20"/>
    <p:sldLayoutId id="2147483961" r:id="rId21"/>
    <p:sldLayoutId id="2147483962" r:id="rId22"/>
    <p:sldLayoutId id="2147483963" r:id="rId23"/>
    <p:sldLayoutId id="2147483964" r:id="rId24"/>
    <p:sldLayoutId id="2147483965" r:id="rId25"/>
    <p:sldLayoutId id="2147483966" r:id="rId26"/>
    <p:sldLayoutId id="2147483967" r:id="rId27"/>
  </p:sldLayoutIdLst>
  <p:txStyles>
    <p:titleStyle>
      <a:lvl1pPr algn="l" defTabSz="914400" rtl="0" eaLnBrk="1" latinLnBrk="0" hangingPunct="1">
        <a:lnSpc>
          <a:spcPct val="70000"/>
        </a:lnSpc>
        <a:spcBef>
          <a:spcPct val="0"/>
        </a:spcBef>
        <a:buNone/>
        <a:defRPr sz="4000" kern="1200" cap="all"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p15:clr>
            <a:srgbClr val="F26B43"/>
          </p15:clr>
        </p15:guide>
        <p15:guide id="2" pos="264">
          <p15:clr>
            <a:srgbClr val="F26B43"/>
          </p15:clr>
        </p15:guide>
        <p15:guide id="3" pos="7416">
          <p15:clr>
            <a:srgbClr val="F26B43"/>
          </p15:clr>
        </p15:guide>
        <p15:guide id="4" orient="horz" pos="3816">
          <p15:clr>
            <a:srgbClr val="F26B43"/>
          </p15:clr>
        </p15:guide>
        <p15:guide id="5" pos="7200">
          <p15:clr>
            <a:srgbClr val="F26B43"/>
          </p15:clr>
        </p15:guide>
        <p15:guide id="6" pos="504">
          <p15:clr>
            <a:srgbClr val="F26B43"/>
          </p15:clr>
        </p15:guide>
        <p15:guide id="7" orient="horz" pos="4128">
          <p15:clr>
            <a:srgbClr val="F26B43"/>
          </p15:clr>
        </p15:guide>
        <p15:guide id="8" orient="horz" pos="1056">
          <p15:clr>
            <a:srgbClr val="F26B43"/>
          </p15:clr>
        </p15:guide>
        <p15:guide id="9" pos="45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22246" y="4797011"/>
            <a:ext cx="4670863" cy="185115"/>
          </a:xfrm>
          <a:prstGeom prst="rect">
            <a:avLst/>
          </a:prstGeom>
          <a:noFill/>
        </p:spPr>
        <p:txBody>
          <a:bodyPr wrap="square" lIns="0" tIns="0" rIns="0" bIns="0" anchor="t">
            <a:spAutoFit/>
          </a:bodyPr>
          <a:lstStyle/>
          <a:p>
            <a:pPr algn="l">
              <a:lnSpc>
                <a:spcPts val="1320"/>
              </a:lnSpc>
            </a:pPr>
            <a:r>
              <a:rPr b="1" i="0" u="none">
                <a:latin typeface="Times New Roman" panose="02020603050405020304" pitchFamily="18" charset="0"/>
                <a:cs typeface="Times New Roman" panose="02020603050405020304" pitchFamily="18" charset="0"/>
              </a:rPr>
              <a:t>PROJECT MEMBERS</a:t>
            </a:r>
          </a:p>
        </p:txBody>
      </p:sp>
      <p:sp>
        <p:nvSpPr>
          <p:cNvPr id="8" name="TextBox 7"/>
          <p:cNvSpPr txBox="1"/>
          <p:nvPr/>
        </p:nvSpPr>
        <p:spPr>
          <a:xfrm>
            <a:off x="422246" y="5078995"/>
            <a:ext cx="4670863" cy="223587"/>
          </a:xfrm>
          <a:prstGeom prst="rect">
            <a:avLst/>
          </a:prstGeom>
          <a:noFill/>
        </p:spPr>
        <p:txBody>
          <a:bodyPr wrap="square" lIns="0" tIns="0" rIns="0" bIns="0" anchor="t">
            <a:spAutoFit/>
          </a:bodyPr>
          <a:lstStyle/>
          <a:p>
            <a:pPr algn="l">
              <a:lnSpc>
                <a:spcPts val="1679"/>
              </a:lnSpc>
            </a:pPr>
            <a:r>
              <a:rPr b="0" i="0" u="none" dirty="0">
                <a:latin typeface="Times New Roman" panose="02020603050405020304" pitchFamily="18" charset="0"/>
                <a:cs typeface="Times New Roman" panose="02020603050405020304" pitchFamily="18" charset="0"/>
              </a:rPr>
              <a:t>SANTHOSH D [192412209]</a:t>
            </a:r>
          </a:p>
        </p:txBody>
      </p:sp>
      <p:sp>
        <p:nvSpPr>
          <p:cNvPr id="9" name="TextBox 8"/>
          <p:cNvSpPr txBox="1"/>
          <p:nvPr/>
        </p:nvSpPr>
        <p:spPr>
          <a:xfrm>
            <a:off x="422246" y="5330262"/>
            <a:ext cx="4670863" cy="877613"/>
          </a:xfrm>
          <a:prstGeom prst="rect">
            <a:avLst/>
          </a:prstGeom>
          <a:noFill/>
        </p:spPr>
        <p:txBody>
          <a:bodyPr wrap="square" lIns="0" tIns="0" rIns="0" bIns="0" anchor="t">
            <a:spAutoFit/>
          </a:bodyPr>
          <a:lstStyle/>
          <a:p>
            <a:pPr algn="l">
              <a:lnSpc>
                <a:spcPts val="1679"/>
              </a:lnSpc>
            </a:pPr>
            <a:r>
              <a:rPr b="0" i="0" u="none" dirty="0">
                <a:latin typeface="Times New Roman" panose="02020603050405020304" pitchFamily="18" charset="0"/>
                <a:cs typeface="Times New Roman" panose="02020603050405020304" pitchFamily="18" charset="0"/>
              </a:rPr>
              <a:t>A.K. LIKITH CHARAN [192412305]</a:t>
            </a:r>
            <a:endParaRPr lang="en-IN" b="0" i="0" u="none" dirty="0">
              <a:latin typeface="Times New Roman" panose="02020603050405020304" pitchFamily="18" charset="0"/>
              <a:cs typeface="Times New Roman" panose="02020603050405020304" pitchFamily="18" charset="0"/>
            </a:endParaRPr>
          </a:p>
          <a:p>
            <a:pPr algn="l">
              <a:lnSpc>
                <a:spcPts val="1679"/>
              </a:lnSpc>
            </a:pPr>
            <a:r>
              <a:rPr lang="en-IN" dirty="0">
                <a:latin typeface="Times New Roman" panose="02020603050405020304" pitchFamily="18" charset="0"/>
                <a:cs typeface="Times New Roman" panose="02020603050405020304" pitchFamily="18" charset="0"/>
              </a:rPr>
              <a:t>SANJAY ANAND[192412036]</a:t>
            </a:r>
          </a:p>
          <a:p>
            <a:pPr algn="l">
              <a:lnSpc>
                <a:spcPts val="1679"/>
              </a:lnSpc>
            </a:pPr>
            <a:r>
              <a:rPr lang="en-IN" b="0" i="0" u="none" dirty="0">
                <a:latin typeface="Times New Roman" panose="02020603050405020304" pitchFamily="18" charset="0"/>
                <a:cs typeface="Times New Roman" panose="02020603050405020304" pitchFamily="18" charset="0"/>
              </a:rPr>
              <a:t>BALAKUMAR[192412221]</a:t>
            </a:r>
          </a:p>
          <a:p>
            <a:pPr algn="l">
              <a:lnSpc>
                <a:spcPts val="1679"/>
              </a:lnSpc>
            </a:pPr>
            <a:r>
              <a:rPr lang="en-IN" dirty="0">
                <a:latin typeface="Times New Roman" panose="02020603050405020304" pitchFamily="18" charset="0"/>
                <a:cs typeface="Times New Roman" panose="02020603050405020304" pitchFamily="18" charset="0"/>
              </a:rPr>
              <a:t>MAHENTHIRAN[192412159]</a:t>
            </a:r>
            <a:endParaRPr b="0" i="0" u="none"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7548100" y="4645323"/>
            <a:ext cx="4670862" cy="179152"/>
          </a:xfrm>
          <a:prstGeom prst="rect">
            <a:avLst/>
          </a:prstGeom>
          <a:noFill/>
        </p:spPr>
        <p:txBody>
          <a:bodyPr wrap="square" lIns="0" tIns="0" rIns="0" bIns="0" anchor="t">
            <a:spAutoFit/>
          </a:bodyPr>
          <a:lstStyle/>
          <a:p>
            <a:pPr algn="l">
              <a:lnSpc>
                <a:spcPts val="1320"/>
              </a:lnSpc>
            </a:pPr>
            <a:r>
              <a:rPr b="1" i="0" u="none" dirty="0">
                <a:latin typeface="Times New Roman" panose="02020603050405020304" pitchFamily="18" charset="0"/>
                <a:cs typeface="Times New Roman" panose="02020603050405020304" pitchFamily="18" charset="0"/>
              </a:rPr>
              <a:t>PROJECT SUPERVISOR</a:t>
            </a:r>
          </a:p>
        </p:txBody>
      </p:sp>
      <p:sp>
        <p:nvSpPr>
          <p:cNvPr id="12" name="TextBox 11"/>
          <p:cNvSpPr txBox="1"/>
          <p:nvPr/>
        </p:nvSpPr>
        <p:spPr>
          <a:xfrm>
            <a:off x="7548100" y="4982126"/>
            <a:ext cx="4670862" cy="230832"/>
          </a:xfrm>
          <a:prstGeom prst="rect">
            <a:avLst/>
          </a:prstGeom>
          <a:noFill/>
        </p:spPr>
        <p:txBody>
          <a:bodyPr wrap="square" lIns="0" tIns="0" rIns="0" bIns="0" anchor="t">
            <a:spAutoFit/>
          </a:bodyPr>
          <a:lstStyle/>
          <a:p>
            <a:pPr algn="l">
              <a:lnSpc>
                <a:spcPts val="1800"/>
              </a:lnSpc>
            </a:pPr>
            <a:r>
              <a:rPr b="1" i="0" u="none" dirty="0">
                <a:latin typeface="Times New Roman" panose="02020603050405020304" pitchFamily="18" charset="0"/>
                <a:cs typeface="Times New Roman" panose="02020603050405020304" pitchFamily="18" charset="0"/>
              </a:rPr>
              <a:t>DR. </a:t>
            </a:r>
            <a:r>
              <a:rPr lang="en-IN" b="1" i="0" u="none" dirty="0">
                <a:latin typeface="Times New Roman" panose="02020603050405020304" pitchFamily="18" charset="0"/>
                <a:cs typeface="Times New Roman" panose="02020603050405020304" pitchFamily="18" charset="0"/>
              </a:rPr>
              <a:t>SARAVANA KUMAR R</a:t>
            </a:r>
            <a:endParaRPr b="1" i="0" u="none"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995362" y="2017662"/>
            <a:ext cx="10201275" cy="959941"/>
          </a:xfrm>
          <a:prstGeom prst="rect">
            <a:avLst/>
          </a:prstGeom>
          <a:noFill/>
        </p:spPr>
        <p:txBody>
          <a:bodyPr wrap="square" lIns="0" tIns="0" rIns="0" bIns="0" anchor="t">
            <a:spAutoFit/>
          </a:bodyPr>
          <a:lstStyle/>
          <a:p>
            <a:pPr algn="ctr">
              <a:lnSpc>
                <a:spcPts val="3779"/>
              </a:lnSpc>
            </a:pPr>
            <a:r>
              <a:rPr sz="3150" b="1" i="0" u="none">
                <a:latin typeface="Times New Roman" panose="02020603050405020304" pitchFamily="18" charset="0"/>
                <a:cs typeface="Times New Roman" panose="02020603050405020304" pitchFamily="18" charset="0"/>
              </a:rPr>
              <a:t>Smart Antenna Positioning &amp; Alignment System with Cloud Monitoring</a:t>
            </a:r>
          </a:p>
        </p:txBody>
      </p:sp>
      <p:pic>
        <p:nvPicPr>
          <p:cNvPr id="3" name="image3.png" descr="C:\Users\ADMIN\AppData\Local\Microsoft\Windows\INetCache\Content.MSO\C29DB0A6.tmp">
            <a:extLst>
              <a:ext uri="{FF2B5EF4-FFF2-40B4-BE49-F238E27FC236}">
                <a16:creationId xmlns:a16="http://schemas.microsoft.com/office/drawing/2014/main" id="{E9EF09DF-35D7-A39C-152C-017D41D4D3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5362" y="458392"/>
            <a:ext cx="10037762"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B01C946-4A49-8F79-97BF-003EFF37CC3C}"/>
              </a:ext>
            </a:extLst>
          </p:cNvPr>
          <p:cNvSpPr txBox="1"/>
          <p:nvPr/>
        </p:nvSpPr>
        <p:spPr>
          <a:xfrm>
            <a:off x="639096" y="1022555"/>
            <a:ext cx="3313471" cy="492443"/>
          </a:xfrm>
          <a:prstGeom prst="rect">
            <a:avLst/>
          </a:prstGeom>
          <a:noFill/>
        </p:spPr>
        <p:txBody>
          <a:bodyPr wrap="square" rtlCol="0">
            <a:spAutoFit/>
          </a:bodyPr>
          <a:lstStyle/>
          <a:p>
            <a:r>
              <a:rPr lang="en-IN" sz="2600" dirty="0">
                <a:latin typeface="Times New Roman" panose="02020603050405020304" pitchFamily="18" charset="0"/>
                <a:cs typeface="Times New Roman" panose="02020603050405020304" pitchFamily="18" charset="0"/>
              </a:rPr>
              <a:t>INTRODUCTION</a:t>
            </a:r>
          </a:p>
        </p:txBody>
      </p:sp>
      <p:sp>
        <p:nvSpPr>
          <p:cNvPr id="6" name="Text 3">
            <a:extLst>
              <a:ext uri="{FF2B5EF4-FFF2-40B4-BE49-F238E27FC236}">
                <a16:creationId xmlns:a16="http://schemas.microsoft.com/office/drawing/2014/main" id="{B3E5C6C5-84BB-FF63-596C-57DFA382FFAF}"/>
              </a:ext>
            </a:extLst>
          </p:cNvPr>
          <p:cNvSpPr/>
          <p:nvPr/>
        </p:nvSpPr>
        <p:spPr>
          <a:xfrm>
            <a:off x="793789" y="4127898"/>
            <a:ext cx="7238384" cy="725805"/>
          </a:xfrm>
          <a:prstGeom prst="rect">
            <a:avLst/>
          </a:prstGeom>
          <a:noFill/>
          <a:ln/>
        </p:spPr>
        <p:txBody>
          <a:bodyPr wrap="square" lIns="0" tIns="0" rIns="0" bIns="0" rtlCol="0" anchor="t"/>
          <a:lstStyle/>
          <a:p>
            <a:pPr marL="342900" indent="-342900" algn="l">
              <a:lnSpc>
                <a:spcPts val="2850"/>
              </a:lnSpc>
              <a:buSzPct val="100000"/>
              <a:buChar char="•"/>
            </a:pPr>
            <a:endParaRPr lang="en-US" sz="175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29E1EA0-30E8-8153-E55C-36702A6360B6}"/>
              </a:ext>
            </a:extLst>
          </p:cNvPr>
          <p:cNvSpPr txBox="1"/>
          <p:nvPr/>
        </p:nvSpPr>
        <p:spPr>
          <a:xfrm>
            <a:off x="909483" y="2296882"/>
            <a:ext cx="7238384" cy="2923877"/>
          </a:xfrm>
          <a:prstGeom prst="rect">
            <a:avLst/>
          </a:prstGeom>
          <a:noFill/>
        </p:spPr>
        <p:txBody>
          <a:bodyPr wrap="square" rtlCol="0">
            <a:spAutoFit/>
          </a:bodyPr>
          <a:lstStyle/>
          <a:p>
            <a:pPr marL="342900" indent="-342900">
              <a:buFont typeface="Wingdings" panose="05000000000000000000" pitchFamily="2" charset="2"/>
              <a:buChar char="Ø"/>
            </a:pPr>
            <a:r>
              <a:rPr lang="en-US" sz="2300" dirty="0">
                <a:latin typeface="Times New Roman" panose="02020603050405020304" pitchFamily="18" charset="0"/>
                <a:cs typeface="Times New Roman" panose="02020603050405020304" pitchFamily="18" charset="0"/>
              </a:rPr>
              <a:t>This system  adjusts the antenna direction to get the best signal strength.</a:t>
            </a:r>
          </a:p>
          <a:p>
            <a:pPr marL="342900" indent="-342900">
              <a:buFont typeface="Wingdings" panose="05000000000000000000" pitchFamily="2" charset="2"/>
              <a:buChar char="Ø"/>
            </a:pPr>
            <a:r>
              <a:rPr lang="en-US" sz="2300" dirty="0">
                <a:latin typeface="Times New Roman" panose="02020603050405020304" pitchFamily="18" charset="0"/>
                <a:cs typeface="Times New Roman" panose="02020603050405020304" pitchFamily="18" charset="0"/>
              </a:rPr>
              <a:t>Sensors and motors help the antenna move accurately without manual effort.</a:t>
            </a:r>
          </a:p>
          <a:p>
            <a:pPr marL="342900" indent="-342900">
              <a:buFont typeface="Wingdings" panose="05000000000000000000" pitchFamily="2" charset="2"/>
              <a:buChar char="Ø"/>
            </a:pPr>
            <a:r>
              <a:rPr lang="en-US" sz="2300" dirty="0">
                <a:latin typeface="Times New Roman" panose="02020603050405020304" pitchFamily="18" charset="0"/>
                <a:cs typeface="Times New Roman" panose="02020603050405020304" pitchFamily="18" charset="0"/>
              </a:rPr>
              <a:t>Data is sent to the cloud so the antenna status can be monitored .</a:t>
            </a:r>
          </a:p>
          <a:p>
            <a:pPr marL="342900" indent="-342900">
              <a:buFont typeface="Wingdings" panose="05000000000000000000" pitchFamily="2" charset="2"/>
              <a:buChar char="Ø"/>
            </a:pPr>
            <a:r>
              <a:rPr lang="en-US" sz="2300" dirty="0">
                <a:latin typeface="Times New Roman" panose="02020603050405020304" pitchFamily="18" charset="0"/>
                <a:cs typeface="Times New Roman" panose="02020603050405020304" pitchFamily="18" charset="0"/>
              </a:rPr>
              <a:t>It reduces signal loss, saves time, and improves communication quality.</a:t>
            </a:r>
          </a:p>
        </p:txBody>
      </p:sp>
      <p:pic>
        <p:nvPicPr>
          <p:cNvPr id="2" name="Picture 1">
            <a:extLst>
              <a:ext uri="{FF2B5EF4-FFF2-40B4-BE49-F238E27FC236}">
                <a16:creationId xmlns:a16="http://schemas.microsoft.com/office/drawing/2014/main" id="{6B97ECE3-6128-3577-A90F-2F8FA018BB66}"/>
              </a:ext>
            </a:extLst>
          </p:cNvPr>
          <p:cNvPicPr>
            <a:picLocks noChangeAspect="1"/>
          </p:cNvPicPr>
          <p:nvPr/>
        </p:nvPicPr>
        <p:blipFill>
          <a:blip r:embed="rId2"/>
          <a:stretch>
            <a:fillRect/>
          </a:stretch>
        </p:blipFill>
        <p:spPr>
          <a:xfrm>
            <a:off x="8475405" y="1750141"/>
            <a:ext cx="3248333" cy="3696759"/>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804591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5231EF-2CDA-7473-0E96-B8C52E5AF083}"/>
              </a:ext>
            </a:extLst>
          </p:cNvPr>
          <p:cNvSpPr txBox="1"/>
          <p:nvPr/>
        </p:nvSpPr>
        <p:spPr>
          <a:xfrm>
            <a:off x="412955" y="914400"/>
            <a:ext cx="3038168" cy="492443"/>
          </a:xfrm>
          <a:prstGeom prst="rect">
            <a:avLst/>
          </a:prstGeom>
          <a:noFill/>
        </p:spPr>
        <p:txBody>
          <a:bodyPr wrap="square" rtlCol="0">
            <a:spAutoFit/>
          </a:bodyPr>
          <a:lstStyle/>
          <a:p>
            <a:r>
              <a:rPr lang="en-IN" sz="2600" dirty="0">
                <a:latin typeface="Times New Roman" panose="02020603050405020304" pitchFamily="18" charset="0"/>
                <a:cs typeface="Times New Roman" panose="02020603050405020304" pitchFamily="18" charset="0"/>
              </a:rPr>
              <a:t>OBJECTIVE</a:t>
            </a:r>
          </a:p>
        </p:txBody>
      </p:sp>
      <p:sp>
        <p:nvSpPr>
          <p:cNvPr id="3" name="TextBox 2">
            <a:extLst>
              <a:ext uri="{FF2B5EF4-FFF2-40B4-BE49-F238E27FC236}">
                <a16:creationId xmlns:a16="http://schemas.microsoft.com/office/drawing/2014/main" id="{F44F3758-DB97-D1FC-8A98-8A77E4DF3F1D}"/>
              </a:ext>
            </a:extLst>
          </p:cNvPr>
          <p:cNvSpPr txBox="1"/>
          <p:nvPr/>
        </p:nvSpPr>
        <p:spPr>
          <a:xfrm>
            <a:off x="1420761" y="1819750"/>
            <a:ext cx="9729019" cy="2923877"/>
          </a:xfrm>
          <a:prstGeom prst="rect">
            <a:avLst/>
          </a:prstGeom>
          <a:noFill/>
        </p:spPr>
        <p:txBody>
          <a:bodyPr wrap="square" rtlCol="0">
            <a:spAutoFit/>
          </a:bodyPr>
          <a:lstStyle/>
          <a:p>
            <a:pPr marL="342900" indent="-342900">
              <a:buFont typeface="Wingdings" panose="05000000000000000000" pitchFamily="2" charset="2"/>
              <a:buChar char="Ø"/>
            </a:pPr>
            <a:r>
              <a:rPr lang="en-US" sz="2300" dirty="0">
                <a:latin typeface="Times New Roman" panose="02020603050405020304" pitchFamily="18" charset="0"/>
                <a:cs typeface="Times New Roman" panose="02020603050405020304" pitchFamily="18" charset="0"/>
              </a:rPr>
              <a:t>To design an automated mechanism that precisely controls antenna movement in horizontal and vertical directions.</a:t>
            </a:r>
          </a:p>
          <a:p>
            <a:pPr marL="342900" indent="-342900">
              <a:buFont typeface="Wingdings" panose="05000000000000000000" pitchFamily="2" charset="2"/>
              <a:buChar char="Ø"/>
            </a:pPr>
            <a:r>
              <a:rPr lang="en-US" sz="2300" dirty="0">
                <a:latin typeface="Times New Roman" panose="02020603050405020304" pitchFamily="18" charset="0"/>
                <a:cs typeface="Times New Roman" panose="02020603050405020304" pitchFamily="18" charset="0"/>
              </a:rPr>
              <a:t>To achieve accurate alignment by continuously tracking changes in antenna orientation.</a:t>
            </a:r>
          </a:p>
          <a:p>
            <a:pPr marL="342900" indent="-342900">
              <a:buFont typeface="Wingdings" panose="05000000000000000000" pitchFamily="2" charset="2"/>
              <a:buChar char="Ø"/>
            </a:pPr>
            <a:r>
              <a:rPr lang="en-US" sz="2300" dirty="0">
                <a:latin typeface="Times New Roman" panose="02020603050405020304" pitchFamily="18" charset="0"/>
                <a:cs typeface="Times New Roman" panose="02020603050405020304" pitchFamily="18" charset="0"/>
              </a:rPr>
              <a:t>To reduce human effort and errors involved in manual antenna installation and adjustment.</a:t>
            </a:r>
          </a:p>
          <a:p>
            <a:pPr marL="342900" indent="-342900">
              <a:buFont typeface="Wingdings" panose="05000000000000000000" pitchFamily="2" charset="2"/>
              <a:buChar char="Ø"/>
            </a:pPr>
            <a:r>
              <a:rPr lang="en-US" sz="2300" dirty="0">
                <a:latin typeface="Times New Roman" panose="02020603050405020304" pitchFamily="18" charset="0"/>
                <a:cs typeface="Times New Roman" panose="02020603050405020304" pitchFamily="18" charset="0"/>
              </a:rPr>
              <a:t>To enable remote supervision and control of the antenna system using cloud-based platforms..</a:t>
            </a:r>
          </a:p>
        </p:txBody>
      </p:sp>
    </p:spTree>
    <p:extLst>
      <p:ext uri="{BB962C8B-B14F-4D97-AF65-F5344CB8AC3E}">
        <p14:creationId xmlns:p14="http://schemas.microsoft.com/office/powerpoint/2010/main" val="335082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stretch>
            <a:fillRect/>
          </a:stretch>
        </p:blipFill>
        <p:spPr>
          <a:xfrm>
            <a:off x="333375" y="2519362"/>
            <a:ext cx="5410200" cy="1009650"/>
          </a:xfrm>
          <a:prstGeom prst="rect">
            <a:avLst/>
          </a:prstGeom>
        </p:spPr>
      </p:pic>
      <p:pic>
        <p:nvPicPr>
          <p:cNvPr id="4" name="Picture 3" descr="image.png"/>
          <p:cNvPicPr>
            <a:picLocks noChangeAspect="1"/>
          </p:cNvPicPr>
          <p:nvPr/>
        </p:nvPicPr>
        <p:blipFill>
          <a:blip r:embed="rId3"/>
          <a:stretch>
            <a:fillRect/>
          </a:stretch>
        </p:blipFill>
        <p:spPr>
          <a:xfrm>
            <a:off x="333375" y="3681412"/>
            <a:ext cx="5410200" cy="1009650"/>
          </a:xfrm>
          <a:prstGeom prst="rect">
            <a:avLst/>
          </a:prstGeom>
        </p:spPr>
      </p:pic>
      <p:sp>
        <p:nvSpPr>
          <p:cNvPr id="5" name="TextBox 4"/>
          <p:cNvSpPr txBox="1"/>
          <p:nvPr/>
        </p:nvSpPr>
        <p:spPr>
          <a:xfrm>
            <a:off x="533400" y="2719387"/>
            <a:ext cx="5010150" cy="414409"/>
          </a:xfrm>
          <a:prstGeom prst="rect">
            <a:avLst/>
          </a:prstGeom>
          <a:noFill/>
        </p:spPr>
        <p:txBody>
          <a:bodyPr wrap="square" lIns="0" tIns="0" rIns="0" bIns="0" anchor="t">
            <a:spAutoFit/>
          </a:bodyPr>
          <a:lstStyle/>
          <a:p>
            <a:pPr algn="ctr">
              <a:lnSpc>
                <a:spcPts val="3150"/>
              </a:lnSpc>
            </a:pPr>
            <a:r>
              <a:rPr sz="3150" b="0" i="0" u="none">
                <a:latin typeface="Times New Roman" panose="02020603050405020304" pitchFamily="18" charset="0"/>
                <a:cs typeface="Times New Roman" panose="02020603050405020304" pitchFamily="18" charset="0"/>
              </a:rPr>
              <a:t>2-Axis</a:t>
            </a:r>
          </a:p>
        </p:txBody>
      </p:sp>
      <p:sp>
        <p:nvSpPr>
          <p:cNvPr id="6" name="TextBox 5"/>
          <p:cNvSpPr txBox="1"/>
          <p:nvPr/>
        </p:nvSpPr>
        <p:spPr>
          <a:xfrm>
            <a:off x="533400" y="3176587"/>
            <a:ext cx="5010150" cy="152400"/>
          </a:xfrm>
          <a:prstGeom prst="rect">
            <a:avLst/>
          </a:prstGeom>
          <a:noFill/>
        </p:spPr>
        <p:txBody>
          <a:bodyPr wrap="square" lIns="0" tIns="0" rIns="0" bIns="0" anchor="t">
            <a:spAutoFit/>
          </a:bodyPr>
          <a:lstStyle/>
          <a:p>
            <a:pPr algn="ctr"/>
            <a:r>
              <a:rPr sz="975" b="0" i="0" u="none">
                <a:latin typeface="Times New Roman" panose="02020603050405020304" pitchFamily="18" charset="0"/>
                <a:cs typeface="Times New Roman" panose="02020603050405020304" pitchFamily="18" charset="0"/>
              </a:rPr>
              <a:t>Independent Azimuth &amp; Elevation Motorized Control</a:t>
            </a:r>
          </a:p>
        </p:txBody>
      </p:sp>
      <p:sp>
        <p:nvSpPr>
          <p:cNvPr id="7" name="TextBox 6"/>
          <p:cNvSpPr txBox="1"/>
          <p:nvPr/>
        </p:nvSpPr>
        <p:spPr>
          <a:xfrm>
            <a:off x="533400" y="3881437"/>
            <a:ext cx="5010150" cy="414409"/>
          </a:xfrm>
          <a:prstGeom prst="rect">
            <a:avLst/>
          </a:prstGeom>
          <a:noFill/>
        </p:spPr>
        <p:txBody>
          <a:bodyPr wrap="square" lIns="0" tIns="0" rIns="0" bIns="0" anchor="t">
            <a:spAutoFit/>
          </a:bodyPr>
          <a:lstStyle/>
          <a:p>
            <a:pPr algn="ctr">
              <a:lnSpc>
                <a:spcPts val="3150"/>
              </a:lnSpc>
            </a:pPr>
            <a:r>
              <a:rPr sz="3150" b="0" i="0" u="none">
                <a:latin typeface="Times New Roman" panose="02020603050405020304" pitchFamily="18" charset="0"/>
                <a:cs typeface="Times New Roman" panose="02020603050405020304" pitchFamily="18" charset="0"/>
              </a:rPr>
              <a:t>100%</a:t>
            </a:r>
          </a:p>
        </p:txBody>
      </p:sp>
      <p:sp>
        <p:nvSpPr>
          <p:cNvPr id="8" name="TextBox 7"/>
          <p:cNvSpPr txBox="1"/>
          <p:nvPr/>
        </p:nvSpPr>
        <p:spPr>
          <a:xfrm>
            <a:off x="533400" y="4338637"/>
            <a:ext cx="5010150" cy="152400"/>
          </a:xfrm>
          <a:prstGeom prst="rect">
            <a:avLst/>
          </a:prstGeom>
          <a:noFill/>
        </p:spPr>
        <p:txBody>
          <a:bodyPr wrap="square" lIns="0" tIns="0" rIns="0" bIns="0" anchor="t">
            <a:spAutoFit/>
          </a:bodyPr>
          <a:lstStyle/>
          <a:p>
            <a:pPr algn="ctr"/>
            <a:r>
              <a:rPr sz="975" b="0" i="0" u="none">
                <a:latin typeface="Times New Roman" panose="02020603050405020304" pitchFamily="18" charset="0"/>
                <a:cs typeface="Times New Roman" panose="02020603050405020304" pitchFamily="18" charset="0"/>
              </a:rPr>
              <a:t>Real-Time Cloud Telemetry &amp; Mobile Control Dashboard</a:t>
            </a:r>
          </a:p>
        </p:txBody>
      </p:sp>
      <p:sp>
        <p:nvSpPr>
          <p:cNvPr id="17" name="TextBox 16"/>
          <p:cNvSpPr txBox="1"/>
          <p:nvPr/>
        </p:nvSpPr>
        <p:spPr>
          <a:xfrm>
            <a:off x="867696" y="690424"/>
            <a:ext cx="11658600" cy="390525"/>
          </a:xfrm>
          <a:prstGeom prst="rect">
            <a:avLst/>
          </a:prstGeom>
          <a:noFill/>
        </p:spPr>
        <p:txBody>
          <a:bodyPr wrap="square" lIns="0" tIns="0" rIns="0" bIns="0" anchor="ctr">
            <a:spAutoFit/>
          </a:bodyPr>
          <a:lstStyle/>
          <a:p>
            <a:pPr algn="l"/>
            <a:r>
              <a:rPr sz="2550" b="1" i="0" u="none" dirty="0">
                <a:latin typeface="Times New Roman" panose="02020603050405020304" pitchFamily="18" charset="0"/>
                <a:cs typeface="Times New Roman" panose="02020603050405020304" pitchFamily="18" charset="0"/>
              </a:rPr>
              <a:t>System Design </a:t>
            </a:r>
          </a:p>
        </p:txBody>
      </p:sp>
      <p:sp>
        <p:nvSpPr>
          <p:cNvPr id="13" name="TextBox 12">
            <a:extLst>
              <a:ext uri="{FF2B5EF4-FFF2-40B4-BE49-F238E27FC236}">
                <a16:creationId xmlns:a16="http://schemas.microsoft.com/office/drawing/2014/main" id="{12DF2F93-4F0B-D6C2-5BEF-0EC7FA9E496C}"/>
              </a:ext>
            </a:extLst>
          </p:cNvPr>
          <p:cNvSpPr txBox="1"/>
          <p:nvPr/>
        </p:nvSpPr>
        <p:spPr>
          <a:xfrm>
            <a:off x="6096000" y="2424528"/>
            <a:ext cx="6048375" cy="4247317"/>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Two-Way Movement:</a:t>
            </a:r>
            <a:r>
              <a:rPr lang="en-US" dirty="0">
                <a:latin typeface="Times New Roman" panose="02020603050405020304" pitchFamily="18" charset="0"/>
                <a:cs typeface="Times New Roman" panose="02020603050405020304" pitchFamily="18" charset="0"/>
              </a:rPr>
              <a:t> The system can move left-right and up-down smoothly.</a:t>
            </a:r>
          </a:p>
          <a:p>
            <a:r>
              <a:rPr lang="en-US" b="1" dirty="0">
                <a:latin typeface="Times New Roman" panose="02020603050405020304" pitchFamily="18" charset="0"/>
                <a:cs typeface="Times New Roman" panose="02020603050405020304" pitchFamily="18" charset="0"/>
              </a:rPr>
              <a:t>Automatic Position Check:</a:t>
            </a:r>
            <a:r>
              <a:rPr lang="en-US" dirty="0">
                <a:latin typeface="Times New Roman" panose="02020603050405020304" pitchFamily="18" charset="0"/>
                <a:cs typeface="Times New Roman" panose="02020603050405020304" pitchFamily="18" charset="0"/>
              </a:rPr>
              <a:t> The system continuously checks its position for accurate movement.</a:t>
            </a: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Environment Monitoring:</a:t>
            </a:r>
            <a:r>
              <a:rPr lang="en-US" dirty="0">
                <a:latin typeface="Times New Roman" panose="02020603050405020304" pitchFamily="18" charset="0"/>
                <a:cs typeface="Times New Roman" panose="02020603050405020304" pitchFamily="18" charset="0"/>
              </a:rPr>
              <a:t> Measures temperature, humidity, and sunlight.</a:t>
            </a: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Mobile Control:</a:t>
            </a:r>
            <a:r>
              <a:rPr lang="en-US" dirty="0">
                <a:latin typeface="Times New Roman" panose="02020603050405020304" pitchFamily="18" charset="0"/>
                <a:cs typeface="Times New Roman" panose="02020603050405020304" pitchFamily="18" charset="0"/>
              </a:rPr>
              <a:t> Users can control both movements using a mobile application.</a:t>
            </a: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Left Side Cards</a:t>
            </a:r>
          </a:p>
          <a:p>
            <a:r>
              <a:rPr lang="en-US" b="1" dirty="0">
                <a:latin typeface="Times New Roman" panose="02020603050405020304" pitchFamily="18" charset="0"/>
                <a:cs typeface="Times New Roman" panose="02020603050405020304" pitchFamily="18" charset="0"/>
              </a:rPr>
              <a:t>2-Axis</a:t>
            </a:r>
            <a:br>
              <a:rPr lang="en-US" dirty="0">
                <a:latin typeface="Times New Roman" panose="02020603050405020304" pitchFamily="18" charset="0"/>
                <a:cs typeface="Times New Roman" panose="02020603050405020304" pitchFamily="18" charset="0"/>
              </a:rPr>
            </a:br>
            <a:r>
              <a:rPr lang="en-US" i="1" dirty="0">
                <a:latin typeface="Times New Roman" panose="02020603050405020304" pitchFamily="18" charset="0"/>
                <a:cs typeface="Times New Roman" panose="02020603050405020304" pitchFamily="18" charset="0"/>
              </a:rPr>
              <a:t>Moves in two directions</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100%</a:t>
            </a:r>
            <a:br>
              <a:rPr lang="en-US" dirty="0">
                <a:latin typeface="Times New Roman" panose="02020603050405020304" pitchFamily="18" charset="0"/>
                <a:cs typeface="Times New Roman" panose="02020603050405020304" pitchFamily="18" charset="0"/>
              </a:rPr>
            </a:br>
            <a:r>
              <a:rPr lang="en-US" i="1" dirty="0">
                <a:latin typeface="Times New Roman" panose="02020603050405020304" pitchFamily="18" charset="0"/>
                <a:cs typeface="Times New Roman" panose="02020603050405020304" pitchFamily="18" charset="0"/>
              </a:rPr>
              <a:t>Live monitoring and mobile control</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0AC8B2-9F73-B61E-97DA-B93144ABD899}"/>
              </a:ext>
            </a:extLst>
          </p:cNvPr>
          <p:cNvPicPr>
            <a:picLocks noChangeAspect="1"/>
          </p:cNvPicPr>
          <p:nvPr/>
        </p:nvPicPr>
        <p:blipFill>
          <a:blip r:embed="rId2"/>
          <a:stretch>
            <a:fillRect/>
          </a:stretch>
        </p:blipFill>
        <p:spPr>
          <a:xfrm>
            <a:off x="1402773" y="712998"/>
            <a:ext cx="8911265" cy="5938523"/>
          </a:xfrm>
          <a:prstGeom prst="rect">
            <a:avLst/>
          </a:prstGeom>
        </p:spPr>
      </p:pic>
      <p:sp>
        <p:nvSpPr>
          <p:cNvPr id="4" name="Rectangle 3">
            <a:extLst>
              <a:ext uri="{FF2B5EF4-FFF2-40B4-BE49-F238E27FC236}">
                <a16:creationId xmlns:a16="http://schemas.microsoft.com/office/drawing/2014/main" id="{BBCF505B-AA93-DCDC-2A4D-E485DA2B2CAD}"/>
              </a:ext>
            </a:extLst>
          </p:cNvPr>
          <p:cNvSpPr/>
          <p:nvPr/>
        </p:nvSpPr>
        <p:spPr>
          <a:xfrm>
            <a:off x="3313471" y="3077497"/>
            <a:ext cx="1150374" cy="206477"/>
          </a:xfrm>
          <a:prstGeom prst="rect">
            <a:avLst/>
          </a:prstGeom>
          <a:solidFill>
            <a:srgbClr val="FAEA53"/>
          </a:solidFill>
          <a:ln>
            <a:solidFill>
              <a:srgbClr val="FAEA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53127082-7DA8-0218-921C-F78435FE06AD}"/>
              </a:ext>
            </a:extLst>
          </p:cNvPr>
          <p:cNvSpPr/>
          <p:nvPr/>
        </p:nvSpPr>
        <p:spPr>
          <a:xfrm>
            <a:off x="4886632" y="712998"/>
            <a:ext cx="2281084" cy="1145299"/>
          </a:xfrm>
          <a:prstGeom prst="rect">
            <a:avLst/>
          </a:prstGeom>
          <a:solidFill>
            <a:srgbClr val="FEFEFE"/>
          </a:solidFill>
          <a:ln>
            <a:solidFill>
              <a:srgbClr val="FEFE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2586E169-D38B-6E45-D273-117264CD85C2}"/>
              </a:ext>
            </a:extLst>
          </p:cNvPr>
          <p:cNvSpPr/>
          <p:nvPr/>
        </p:nvSpPr>
        <p:spPr>
          <a:xfrm>
            <a:off x="7275871" y="3077497"/>
            <a:ext cx="1012723" cy="206477"/>
          </a:xfrm>
          <a:prstGeom prst="rect">
            <a:avLst/>
          </a:prstGeom>
          <a:solidFill>
            <a:srgbClr val="ADD6F4"/>
          </a:solidFill>
          <a:ln>
            <a:solidFill>
              <a:srgbClr val="AED8F4"/>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8" name="Rectangle 7">
            <a:extLst>
              <a:ext uri="{FF2B5EF4-FFF2-40B4-BE49-F238E27FC236}">
                <a16:creationId xmlns:a16="http://schemas.microsoft.com/office/drawing/2014/main" id="{4F4948F2-D95E-8D01-6DFC-BFCCEEF71919}"/>
              </a:ext>
            </a:extLst>
          </p:cNvPr>
          <p:cNvSpPr/>
          <p:nvPr/>
        </p:nvSpPr>
        <p:spPr>
          <a:xfrm>
            <a:off x="5004619" y="2605548"/>
            <a:ext cx="1474839" cy="3352799"/>
          </a:xfrm>
          <a:prstGeom prst="rect">
            <a:avLst/>
          </a:prstGeom>
          <a:solidFill>
            <a:srgbClr val="FEFEFE"/>
          </a:solidFill>
          <a:ln>
            <a:solidFill>
              <a:srgbClr val="FEFE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C604F18C-E066-2723-C5B9-D71E3F2148F8}"/>
              </a:ext>
            </a:extLst>
          </p:cNvPr>
          <p:cNvSpPr/>
          <p:nvPr/>
        </p:nvSpPr>
        <p:spPr>
          <a:xfrm>
            <a:off x="4847302" y="3429000"/>
            <a:ext cx="314633" cy="218768"/>
          </a:xfrm>
          <a:prstGeom prst="rect">
            <a:avLst/>
          </a:prstGeom>
          <a:solidFill>
            <a:srgbClr val="FEFEFE"/>
          </a:solidFill>
          <a:ln>
            <a:solidFill>
              <a:srgbClr val="FEFE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8A9999EC-CB6A-AE16-DA9E-04CD7A37ECCE}"/>
              </a:ext>
            </a:extLst>
          </p:cNvPr>
          <p:cNvSpPr/>
          <p:nvPr/>
        </p:nvSpPr>
        <p:spPr>
          <a:xfrm>
            <a:off x="4886632" y="5289755"/>
            <a:ext cx="275303" cy="218768"/>
          </a:xfrm>
          <a:prstGeom prst="rect">
            <a:avLst/>
          </a:prstGeom>
          <a:solidFill>
            <a:srgbClr val="FEFEFE"/>
          </a:solidFill>
          <a:ln>
            <a:solidFill>
              <a:srgbClr val="FEFE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8838582F-AE4C-4801-554E-958601ED43EE}"/>
              </a:ext>
            </a:extLst>
          </p:cNvPr>
          <p:cNvSpPr txBox="1"/>
          <p:nvPr/>
        </p:nvSpPr>
        <p:spPr>
          <a:xfrm>
            <a:off x="4630993" y="684209"/>
            <a:ext cx="3392129" cy="430887"/>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BLOCK DIAGRAM</a:t>
            </a:r>
            <a:endParaRPr lang="en-IN"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2642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p:cNvSpPr txBox="1"/>
          <p:nvPr/>
        </p:nvSpPr>
        <p:spPr>
          <a:xfrm>
            <a:off x="2594180" y="643380"/>
            <a:ext cx="11658600" cy="390525"/>
          </a:xfrm>
          <a:prstGeom prst="rect">
            <a:avLst/>
          </a:prstGeom>
          <a:noFill/>
        </p:spPr>
        <p:txBody>
          <a:bodyPr wrap="square" lIns="0" tIns="0" rIns="0" bIns="0" anchor="ctr">
            <a:spAutoFit/>
          </a:bodyPr>
          <a:lstStyle/>
          <a:p>
            <a:pPr algn="l"/>
            <a:r>
              <a:rPr lang="en-US" sz="2550" b="1" dirty="0">
                <a:latin typeface="Times New Roman" panose="02020603050405020304" pitchFamily="18" charset="0"/>
                <a:cs typeface="Times New Roman" panose="02020603050405020304" pitchFamily="18" charset="0"/>
              </a:rPr>
              <a:t>MODULE 1: </a:t>
            </a:r>
            <a:r>
              <a:rPr sz="2550" b="1" i="0" u="none" dirty="0">
                <a:latin typeface="Times New Roman" panose="02020603050405020304" pitchFamily="18" charset="0"/>
                <a:cs typeface="Times New Roman" panose="02020603050405020304" pitchFamily="18" charset="0"/>
              </a:rPr>
              <a:t>Mechanical Control &amp; Actuation</a:t>
            </a:r>
          </a:p>
        </p:txBody>
      </p:sp>
      <p:sp>
        <p:nvSpPr>
          <p:cNvPr id="3" name="TextBox 2">
            <a:extLst>
              <a:ext uri="{FF2B5EF4-FFF2-40B4-BE49-F238E27FC236}">
                <a16:creationId xmlns:a16="http://schemas.microsoft.com/office/drawing/2014/main" id="{047969EE-008F-4DE1-DE60-DCB6BF9B24CD}"/>
              </a:ext>
            </a:extLst>
          </p:cNvPr>
          <p:cNvSpPr txBox="1"/>
          <p:nvPr/>
        </p:nvSpPr>
        <p:spPr>
          <a:xfrm>
            <a:off x="695325" y="1826389"/>
            <a:ext cx="10629900" cy="3729932"/>
          </a:xfrm>
          <a:prstGeom prst="rect">
            <a:avLst/>
          </a:prstGeom>
          <a:noFill/>
        </p:spPr>
        <p:txBody>
          <a:bodyPr wrap="square">
            <a:spAutoFit/>
          </a:bodyPr>
          <a:lstStyle/>
          <a:p>
            <a:pPr>
              <a:lnSpc>
                <a:spcPct val="150000"/>
              </a:lnSpc>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Horizontal Rotation (Azimuth):</a:t>
            </a:r>
            <a:r>
              <a:rPr lang="en-US" sz="2000" dirty="0">
                <a:latin typeface="Times New Roman" panose="02020603050405020304" pitchFamily="18" charset="0"/>
                <a:cs typeface="Times New Roman" panose="02020603050405020304" pitchFamily="18" charset="0"/>
              </a:rPr>
              <a:t> The base motor rotates the system from </a:t>
            </a:r>
            <a:r>
              <a:rPr lang="en-US" sz="2000" b="1" dirty="0">
                <a:latin typeface="Times New Roman" panose="02020603050405020304" pitchFamily="18" charset="0"/>
                <a:cs typeface="Times New Roman" panose="02020603050405020304" pitchFamily="18" charset="0"/>
              </a:rPr>
              <a:t>0° to 180°</a:t>
            </a:r>
            <a:r>
              <a:rPr lang="en-US" sz="2000" dirty="0">
                <a:latin typeface="Times New Roman" panose="02020603050405020304" pitchFamily="18" charset="0"/>
                <a:cs typeface="Times New Roman" panose="02020603050405020304" pitchFamily="18" charset="0"/>
              </a:rPr>
              <a:t> in the horizontal direction.</a:t>
            </a:r>
          </a:p>
          <a:p>
            <a:pPr>
              <a:lnSpc>
                <a:spcPct val="150000"/>
              </a:lnSpc>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Vertical Movement (Elevation):</a:t>
            </a:r>
            <a:r>
              <a:rPr lang="en-US" sz="2000" dirty="0">
                <a:latin typeface="Times New Roman" panose="02020603050405020304" pitchFamily="18" charset="0"/>
                <a:cs typeface="Times New Roman" panose="02020603050405020304" pitchFamily="18" charset="0"/>
              </a:rPr>
              <a:t> The upper servo moves the system from </a:t>
            </a:r>
            <a:r>
              <a:rPr lang="en-US" sz="2000" b="1" dirty="0">
                <a:latin typeface="Times New Roman" panose="02020603050405020304" pitchFamily="18" charset="0"/>
                <a:cs typeface="Times New Roman" panose="02020603050405020304" pitchFamily="18" charset="0"/>
              </a:rPr>
              <a:t>0° to 180°</a:t>
            </a:r>
            <a:r>
              <a:rPr lang="en-US" sz="2000" dirty="0">
                <a:latin typeface="Times New Roman" panose="02020603050405020304" pitchFamily="18" charset="0"/>
                <a:cs typeface="Times New Roman" panose="02020603050405020304" pitchFamily="18" charset="0"/>
              </a:rPr>
              <a:t> in the vertical direction.</a:t>
            </a:r>
          </a:p>
          <a:p>
            <a:pPr>
              <a:lnSpc>
                <a:spcPct val="150000"/>
              </a:lnSpc>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Strong and Stable Structure:</a:t>
            </a:r>
            <a:r>
              <a:rPr lang="en-US" sz="2000" dirty="0">
                <a:latin typeface="Times New Roman" panose="02020603050405020304" pitchFamily="18" charset="0"/>
                <a:cs typeface="Times New Roman" panose="02020603050405020304" pitchFamily="18" charset="0"/>
              </a:rPr>
              <a:t> The mounting structure is designed to handle </a:t>
            </a:r>
            <a:r>
              <a:rPr lang="en-US" sz="2000" b="1" dirty="0">
                <a:latin typeface="Times New Roman" panose="02020603050405020304" pitchFamily="18" charset="0"/>
                <a:cs typeface="Times New Roman" panose="02020603050405020304" pitchFamily="18" charset="0"/>
              </a:rPr>
              <a:t>wind and vibration</a:t>
            </a:r>
            <a:r>
              <a:rPr lang="en-US" sz="2000" dirty="0">
                <a:latin typeface="Times New Roman" panose="02020603050405020304" pitchFamily="18" charset="0"/>
                <a:cs typeface="Times New Roman" panose="02020603050405020304" pitchFamily="18" charset="0"/>
              </a:rPr>
              <a:t> without losing its position.</a:t>
            </a:r>
          </a:p>
          <a:p>
            <a:pPr>
              <a:lnSpc>
                <a:spcPct val="150000"/>
              </a:lnSpc>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PWM Motor Control:</a:t>
            </a:r>
            <a:r>
              <a:rPr lang="en-US" sz="2000" dirty="0">
                <a:latin typeface="Times New Roman" panose="02020603050405020304" pitchFamily="18" charset="0"/>
                <a:cs typeface="Times New Roman" panose="02020603050405020304" pitchFamily="18" charset="0"/>
              </a:rPr>
              <a:t> A </a:t>
            </a:r>
            <a:r>
              <a:rPr lang="en-US" sz="2000" b="1" dirty="0">
                <a:latin typeface="Times New Roman" panose="02020603050405020304" pitchFamily="18" charset="0"/>
                <a:cs typeface="Times New Roman" panose="02020603050405020304" pitchFamily="18" charset="0"/>
              </a:rPr>
              <a:t>50 Hz PWM signal</a:t>
            </a:r>
            <a:r>
              <a:rPr lang="en-US" sz="2000" dirty="0">
                <a:latin typeface="Times New Roman" panose="02020603050405020304" pitchFamily="18" charset="0"/>
                <a:cs typeface="Times New Roman" panose="02020603050405020304" pitchFamily="18" charset="0"/>
              </a:rPr>
              <a:t> is used to control the motor position accurately.</a:t>
            </a:r>
          </a:p>
          <a:p>
            <a:pPr>
              <a:lnSpc>
                <a:spcPct val="150000"/>
              </a:lnSpc>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High Position Accuracy:</a:t>
            </a:r>
            <a:r>
              <a:rPr lang="en-US" sz="2000" dirty="0">
                <a:latin typeface="Times New Roman" panose="02020603050405020304" pitchFamily="18" charset="0"/>
                <a:cs typeface="Times New Roman" panose="02020603050405020304" pitchFamily="18" charset="0"/>
              </a:rPr>
              <a:t> The system can move in small </a:t>
            </a:r>
            <a:r>
              <a:rPr lang="en-US" sz="2000" b="1" dirty="0">
                <a:latin typeface="Times New Roman" panose="02020603050405020304" pitchFamily="18" charset="0"/>
                <a:cs typeface="Times New Roman" panose="02020603050405020304" pitchFamily="18" charset="0"/>
              </a:rPr>
              <a:t>1° steps</a:t>
            </a:r>
            <a:r>
              <a:rPr lang="en-US" sz="2000" dirty="0">
                <a:latin typeface="Times New Roman" panose="02020603050405020304" pitchFamily="18" charset="0"/>
                <a:cs typeface="Times New Roman" panose="02020603050405020304" pitchFamily="18" charset="0"/>
              </a:rPr>
              <a:t> for precise antenna positioning.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p:cNvSpPr txBox="1"/>
          <p:nvPr/>
        </p:nvSpPr>
        <p:spPr>
          <a:xfrm>
            <a:off x="1900084" y="652462"/>
            <a:ext cx="11658600" cy="390525"/>
          </a:xfrm>
          <a:prstGeom prst="rect">
            <a:avLst/>
          </a:prstGeom>
          <a:noFill/>
        </p:spPr>
        <p:txBody>
          <a:bodyPr wrap="square" lIns="0" tIns="0" rIns="0" bIns="0" anchor="ctr">
            <a:spAutoFit/>
          </a:bodyPr>
          <a:lstStyle/>
          <a:p>
            <a:pPr algn="l"/>
            <a:r>
              <a:rPr lang="en-US" sz="2550" b="1" i="0" u="none" dirty="0">
                <a:latin typeface="Times New Roman" panose="02020603050405020304" pitchFamily="18" charset="0"/>
                <a:cs typeface="Times New Roman" panose="02020603050405020304" pitchFamily="18" charset="0"/>
              </a:rPr>
              <a:t>MODULE 2:</a:t>
            </a:r>
            <a:r>
              <a:rPr sz="2550" b="1" i="0" u="none" dirty="0">
                <a:latin typeface="Times New Roman" panose="02020603050405020304" pitchFamily="18" charset="0"/>
                <a:cs typeface="Times New Roman" panose="02020603050405020304" pitchFamily="18" charset="0"/>
              </a:rPr>
              <a:t>Sensing &amp; Environmental Feedback Unit</a:t>
            </a:r>
          </a:p>
        </p:txBody>
      </p:sp>
      <p:sp>
        <p:nvSpPr>
          <p:cNvPr id="3" name="TextBox 2">
            <a:extLst>
              <a:ext uri="{FF2B5EF4-FFF2-40B4-BE49-F238E27FC236}">
                <a16:creationId xmlns:a16="http://schemas.microsoft.com/office/drawing/2014/main" id="{64AB6963-70B2-8548-45C8-B38EA55A85B6}"/>
              </a:ext>
            </a:extLst>
          </p:cNvPr>
          <p:cNvSpPr txBox="1"/>
          <p:nvPr/>
        </p:nvSpPr>
        <p:spPr>
          <a:xfrm>
            <a:off x="1085850" y="1859339"/>
            <a:ext cx="9651205" cy="4613058"/>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en-IN" b="1" dirty="0">
                <a:latin typeface="Times New Roman" panose="02020603050405020304" pitchFamily="18" charset="0"/>
                <a:cs typeface="Times New Roman" panose="02020603050405020304" pitchFamily="18" charset="0"/>
              </a:rPr>
              <a:t>Light Dependent Resistor (LDR) Array: </a:t>
            </a:r>
            <a:r>
              <a:rPr lang="en-IN" dirty="0">
                <a:latin typeface="Times New Roman" panose="02020603050405020304" pitchFamily="18" charset="0"/>
                <a:cs typeface="Times New Roman" panose="02020603050405020304" pitchFamily="18" charset="0"/>
              </a:rPr>
              <a:t>The LDR array is used to detect the intensity of light. By comparing the intensity from different sensor positions, the system determines the direction in which the antenna needs to be adjusted.</a:t>
            </a:r>
          </a:p>
          <a:p>
            <a:pPr marL="285750" indent="-285750">
              <a:lnSpc>
                <a:spcPct val="150000"/>
              </a:lnSpc>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Differential Tracking:  </a:t>
            </a:r>
          </a:p>
          <a:p>
            <a:pPr marL="342900"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Suppose Left LDR = 800 , Right LDR = 500</a:t>
            </a:r>
          </a:p>
          <a:p>
            <a:pPr marL="342900"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Difference: 800 − 500 = 300</a:t>
            </a:r>
          </a:p>
          <a:p>
            <a:pPr marL="342900"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That difference tells the ESP32 that the antenna isn't perfectly aligned.</a:t>
            </a:r>
          </a:p>
          <a:p>
            <a:pPr marL="285750" indent="-285750">
              <a:lnSpc>
                <a:spcPct val="150000"/>
              </a:lnSpc>
              <a:buFont typeface="Wingdings" panose="05000000000000000000" pitchFamily="2" charset="2"/>
              <a:buChar char="ü"/>
            </a:pPr>
            <a:r>
              <a:rPr lang="en-IN" b="1" dirty="0">
                <a:latin typeface="Times New Roman" panose="02020603050405020304" pitchFamily="18" charset="0"/>
                <a:cs typeface="Times New Roman" panose="02020603050405020304" pitchFamily="18" charset="0"/>
              </a:rPr>
              <a:t>Orientation Verification</a:t>
            </a:r>
            <a:r>
              <a:rPr lang="en-IN" dirty="0">
                <a:latin typeface="Times New Roman" panose="02020603050405020304" pitchFamily="18" charset="0"/>
                <a:cs typeface="Times New Roman" panose="02020603050405020304" pitchFamily="18" charset="0"/>
              </a:rPr>
              <a:t>: It ensures that the actual antenna position matches the required or calibrated reference position.</a:t>
            </a:r>
          </a:p>
          <a:p>
            <a:pPr marL="285750" indent="-285750">
              <a:lnSpc>
                <a:spcPct val="150000"/>
              </a:lnSpc>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Temperature Range: 0°C to 50°C monitoring with ±2°C accuracy to evaluate mast thermal expansion.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p:cNvSpPr txBox="1"/>
          <p:nvPr/>
        </p:nvSpPr>
        <p:spPr>
          <a:xfrm>
            <a:off x="2313039" y="698035"/>
            <a:ext cx="11658600" cy="390525"/>
          </a:xfrm>
          <a:prstGeom prst="rect">
            <a:avLst/>
          </a:prstGeom>
          <a:noFill/>
        </p:spPr>
        <p:txBody>
          <a:bodyPr wrap="square" lIns="0" tIns="0" rIns="0" bIns="0" anchor="ctr">
            <a:spAutoFit/>
          </a:bodyPr>
          <a:lstStyle/>
          <a:p>
            <a:pPr algn="l"/>
            <a:r>
              <a:rPr lang="en-US" sz="2550" b="1" i="0" u="none" dirty="0">
                <a:latin typeface="Times New Roman" panose="02020603050405020304" pitchFamily="18" charset="0"/>
                <a:cs typeface="Times New Roman" panose="02020603050405020304" pitchFamily="18" charset="0"/>
              </a:rPr>
              <a:t>MODULE 3:</a:t>
            </a:r>
            <a:r>
              <a:rPr sz="2550" b="1" i="0" u="none" dirty="0">
                <a:latin typeface="Times New Roman" panose="02020603050405020304" pitchFamily="18" charset="0"/>
                <a:cs typeface="Times New Roman" panose="02020603050405020304" pitchFamily="18" charset="0"/>
              </a:rPr>
              <a:t>Embedded Processing &amp; Local Display</a:t>
            </a:r>
          </a:p>
        </p:txBody>
      </p:sp>
      <p:sp>
        <p:nvSpPr>
          <p:cNvPr id="4" name="TextBox 3">
            <a:extLst>
              <a:ext uri="{FF2B5EF4-FFF2-40B4-BE49-F238E27FC236}">
                <a16:creationId xmlns:a16="http://schemas.microsoft.com/office/drawing/2014/main" id="{D057EEC5-759E-F545-12E1-F9F216FAF16C}"/>
              </a:ext>
            </a:extLst>
          </p:cNvPr>
          <p:cNvSpPr txBox="1"/>
          <p:nvPr/>
        </p:nvSpPr>
        <p:spPr>
          <a:xfrm>
            <a:off x="962025" y="2043143"/>
            <a:ext cx="9413080" cy="3693319"/>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ESP32 Processing Core</a:t>
            </a: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Sensor Data Processing: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ESP32 reads and processes data from the connected sensors.</a:t>
            </a: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Antenna Position Control:</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ESP32 controls the servo motors to move the antenna horizontally and vertically.</a:t>
            </a:r>
          </a:p>
          <a:p>
            <a:r>
              <a:rPr lang="en-US" b="1" dirty="0">
                <a:latin typeface="Times New Roman" panose="02020603050405020304" pitchFamily="18" charset="0"/>
                <a:cs typeface="Times New Roman" panose="02020603050405020304" pitchFamily="18" charset="0"/>
              </a:rPr>
              <a:t>LCD Display</a:t>
            </a: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Antenna Position Display: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Shows the current horizontal (Azimuth) and vertical (Elevation) angles.</a:t>
            </a: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Environmental Data Display: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Shows sensor values such as temperature, humidity, and light intensity.</a:t>
            </a: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Real-Time Update: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LCD continuously updates and displays the latest system information.</a:t>
            </a:r>
          </a:p>
          <a:p>
            <a:r>
              <a:rPr lang="en-US" dirty="0">
                <a:latin typeface="Times New Roman" panose="02020603050405020304" pitchFamily="18" charset="0"/>
                <a:cs typeface="Times New Roman" panose="02020603050405020304" pitchFamily="18" charset="0"/>
              </a:rPr>
              <a:t>This is much more suitable for your </a:t>
            </a:r>
            <a:r>
              <a:rPr lang="en-US" b="1" dirty="0">
                <a:latin typeface="Times New Roman" panose="02020603050405020304" pitchFamily="18" charset="0"/>
                <a:cs typeface="Times New Roman" panose="02020603050405020304" pitchFamily="18" charset="0"/>
              </a:rPr>
              <a:t>Live Antenna Positioning System</a:t>
            </a:r>
            <a:r>
              <a:rPr lang="en-US"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p:cNvSpPr txBox="1"/>
          <p:nvPr/>
        </p:nvSpPr>
        <p:spPr>
          <a:xfrm>
            <a:off x="2470355" y="1042987"/>
            <a:ext cx="11658600" cy="390525"/>
          </a:xfrm>
          <a:prstGeom prst="rect">
            <a:avLst/>
          </a:prstGeom>
          <a:noFill/>
        </p:spPr>
        <p:txBody>
          <a:bodyPr wrap="square" lIns="0" tIns="0" rIns="0" bIns="0" anchor="ctr">
            <a:spAutoFit/>
          </a:bodyPr>
          <a:lstStyle/>
          <a:p>
            <a:pPr algn="l"/>
            <a:r>
              <a:rPr lang="en-US" sz="2550" b="1" i="0" u="none" dirty="0">
                <a:latin typeface="Times New Roman" panose="02020603050405020304" pitchFamily="18" charset="0"/>
                <a:cs typeface="Times New Roman" panose="02020603050405020304" pitchFamily="18" charset="0"/>
              </a:rPr>
              <a:t>MODULE 4:</a:t>
            </a:r>
            <a:r>
              <a:rPr sz="2550" b="1" i="0" u="none" dirty="0">
                <a:latin typeface="Times New Roman" panose="02020603050405020304" pitchFamily="18" charset="0"/>
                <a:cs typeface="Times New Roman" panose="02020603050405020304" pitchFamily="18" charset="0"/>
              </a:rPr>
              <a:t>Cloud Telemetry &amp; Remote IoT GUI</a:t>
            </a:r>
          </a:p>
        </p:txBody>
      </p:sp>
      <p:sp>
        <p:nvSpPr>
          <p:cNvPr id="3" name="TextBox 2">
            <a:extLst>
              <a:ext uri="{FF2B5EF4-FFF2-40B4-BE49-F238E27FC236}">
                <a16:creationId xmlns:a16="http://schemas.microsoft.com/office/drawing/2014/main" id="{16D93356-3F99-978F-26AB-22811F399461}"/>
              </a:ext>
            </a:extLst>
          </p:cNvPr>
          <p:cNvSpPr txBox="1"/>
          <p:nvPr/>
        </p:nvSpPr>
        <p:spPr>
          <a:xfrm>
            <a:off x="711994" y="1908930"/>
            <a:ext cx="10603706" cy="4401205"/>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IoT Communication</a:t>
            </a:r>
          </a:p>
          <a:p>
            <a:pPr lvl="1"/>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Blynk IoT Connection: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Connects the antenna positioning system to the internet for live monitoring and control.</a:t>
            </a:r>
          </a:p>
          <a:p>
            <a:pPr lvl="1"/>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Real-Time Data Update: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Continuously updates the antenna position and system data in the Blynk application.</a:t>
            </a:r>
          </a:p>
          <a:p>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Mobile Dashboard</a:t>
            </a:r>
          </a:p>
          <a:p>
            <a:pPr lvl="1"/>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Live Antenna Control:</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Users can control the antenna movement horizontally and vertically using the </a:t>
            </a:r>
            <a:r>
              <a:rPr lang="en-US" sz="2000" dirty="0" err="1">
                <a:latin typeface="Times New Roman" panose="02020603050405020304" pitchFamily="18" charset="0"/>
                <a:cs typeface="Times New Roman" panose="02020603050405020304" pitchFamily="18" charset="0"/>
              </a:rPr>
              <a:t>blynk</a:t>
            </a:r>
            <a:r>
              <a:rPr lang="en-US" sz="2000" dirty="0">
                <a:latin typeface="Times New Roman" panose="02020603050405020304" pitchFamily="18" charset="0"/>
                <a:cs typeface="Times New Roman" panose="02020603050405020304" pitchFamily="18" charset="0"/>
              </a:rPr>
              <a:t> app.</a:t>
            </a:r>
          </a:p>
          <a:p>
            <a:pPr lvl="1"/>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Position Monitoring:</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Shows the current antenna position in real time.</a:t>
            </a:r>
          </a:p>
          <a:p>
            <a:pPr lvl="1"/>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Remote Access: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Users can monitor and control the antenna from anywhere using a smartphone and internet connection.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p:cNvSpPr txBox="1"/>
          <p:nvPr/>
        </p:nvSpPr>
        <p:spPr>
          <a:xfrm>
            <a:off x="2293374" y="751637"/>
            <a:ext cx="11658600" cy="390525"/>
          </a:xfrm>
          <a:prstGeom prst="rect">
            <a:avLst/>
          </a:prstGeom>
          <a:noFill/>
        </p:spPr>
        <p:txBody>
          <a:bodyPr wrap="square" lIns="0" tIns="0" rIns="0" bIns="0" anchor="ctr">
            <a:spAutoFit/>
          </a:bodyPr>
          <a:lstStyle/>
          <a:p>
            <a:pPr algn="l"/>
            <a:r>
              <a:rPr lang="en-US" sz="2550" b="1" i="0" u="none" dirty="0">
                <a:latin typeface="Times New Roman" panose="02020603050405020304" pitchFamily="18" charset="0"/>
                <a:cs typeface="Times New Roman" panose="02020603050405020304" pitchFamily="18" charset="0"/>
              </a:rPr>
              <a:t>MODULE 5 :</a:t>
            </a:r>
            <a:r>
              <a:rPr sz="2550" b="1" i="0" u="none" dirty="0">
                <a:latin typeface="Times New Roman" panose="02020603050405020304" pitchFamily="18" charset="0"/>
                <a:cs typeface="Times New Roman" panose="02020603050405020304" pitchFamily="18" charset="0"/>
              </a:rPr>
              <a:t>Power Management &amp; Protection Rail</a:t>
            </a:r>
          </a:p>
        </p:txBody>
      </p:sp>
      <p:sp>
        <p:nvSpPr>
          <p:cNvPr id="3" name="TextBox 2">
            <a:extLst>
              <a:ext uri="{FF2B5EF4-FFF2-40B4-BE49-F238E27FC236}">
                <a16:creationId xmlns:a16="http://schemas.microsoft.com/office/drawing/2014/main" id="{10F0D3DE-E3F3-88BC-D767-D43008AEDFAC}"/>
              </a:ext>
            </a:extLst>
          </p:cNvPr>
          <p:cNvSpPr txBox="1"/>
          <p:nvPr/>
        </p:nvSpPr>
        <p:spPr>
          <a:xfrm>
            <a:off x="640556" y="2031980"/>
            <a:ext cx="9798844" cy="3268267"/>
          </a:xfrm>
          <a:prstGeom prst="rect">
            <a:avLst/>
          </a:prstGeom>
          <a:noFill/>
        </p:spPr>
        <p:txBody>
          <a:bodyPr wrap="square">
            <a:spAutoFit/>
          </a:bodyPr>
          <a:lstStyle/>
          <a:p>
            <a:pPr>
              <a:lnSpc>
                <a:spcPct val="150000"/>
              </a:lnSpc>
            </a:pPr>
            <a:r>
              <a:rPr lang="en-US" sz="2000" b="1" dirty="0">
                <a:latin typeface="Times New Roman" panose="02020603050405020304" pitchFamily="18" charset="0"/>
                <a:cs typeface="Times New Roman" panose="02020603050405020304" pitchFamily="18" charset="0"/>
              </a:rPr>
              <a:t>Power Supply</a:t>
            </a:r>
          </a:p>
          <a:p>
            <a:pPr>
              <a:lnSpc>
                <a:spcPct val="150000"/>
              </a:lnSpc>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3.3V Power Supply:</a:t>
            </a:r>
            <a:r>
              <a:rPr lang="en-US" sz="2000" dirty="0">
                <a:latin typeface="Times New Roman" panose="02020603050405020304" pitchFamily="18" charset="0"/>
                <a:cs typeface="Times New Roman" panose="02020603050405020304" pitchFamily="18" charset="0"/>
              </a:rPr>
              <a:t> Provides clean power to the ESP32 and sensors.</a:t>
            </a:r>
          </a:p>
          <a:p>
            <a:pPr>
              <a:lnSpc>
                <a:spcPct val="150000"/>
              </a:lnSpc>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5V Motor Power Supply:</a:t>
            </a:r>
            <a:r>
              <a:rPr lang="en-US" sz="2000" dirty="0">
                <a:latin typeface="Times New Roman" panose="02020603050405020304" pitchFamily="18" charset="0"/>
                <a:cs typeface="Times New Roman" panose="02020603050405020304" pitchFamily="18" charset="0"/>
              </a:rPr>
              <a:t> Provides enough power for the two servo motors.</a:t>
            </a:r>
          </a:p>
          <a:p>
            <a:pPr>
              <a:lnSpc>
                <a:spcPct val="150000"/>
              </a:lnSpc>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Common Ground:</a:t>
            </a:r>
            <a:r>
              <a:rPr lang="en-US" sz="2000" dirty="0">
                <a:latin typeface="Times New Roman" panose="02020603050405020304" pitchFamily="18" charset="0"/>
                <a:cs typeface="Times New Roman" panose="02020603050405020304" pitchFamily="18" charset="0"/>
              </a:rPr>
              <a:t> Connects all components to the same ground for proper operation.</a:t>
            </a:r>
          </a:p>
          <a:p>
            <a:pPr>
              <a:lnSpc>
                <a:spcPct val="150000"/>
              </a:lnSpc>
            </a:pPr>
            <a:r>
              <a:rPr lang="en-US" sz="2000" b="1" dirty="0">
                <a:latin typeface="Times New Roman" panose="02020603050405020304" pitchFamily="18" charset="0"/>
                <a:cs typeface="Times New Roman" panose="02020603050405020304" pitchFamily="18" charset="0"/>
              </a:rPr>
              <a:t>Protection Features</a:t>
            </a:r>
          </a:p>
          <a:p>
            <a:pPr>
              <a:lnSpc>
                <a:spcPct val="150000"/>
              </a:lnSpc>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Capacitors:</a:t>
            </a:r>
            <a:r>
              <a:rPr lang="en-US" sz="2000" dirty="0">
                <a:latin typeface="Times New Roman" panose="02020603050405020304" pitchFamily="18" charset="0"/>
                <a:cs typeface="Times New Roman" panose="02020603050405020304" pitchFamily="18" charset="0"/>
              </a:rPr>
              <a:t> Help maintain a stable power supply and reduce voltage drops.</a:t>
            </a:r>
          </a:p>
          <a:p>
            <a:pPr>
              <a:lnSpc>
                <a:spcPct val="150000"/>
              </a:lnSpc>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Overheat Protection:</a:t>
            </a:r>
            <a:r>
              <a:rPr lang="en-US" sz="2000" dirty="0">
                <a:latin typeface="Times New Roman" panose="02020603050405020304" pitchFamily="18" charset="0"/>
                <a:cs typeface="Times New Roman" panose="02020603050405020304" pitchFamily="18" charset="0"/>
              </a:rPr>
              <a:t> Protects components from damage when the system gets too hot.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601486864"/>
              </p:ext>
            </p:extLst>
          </p:nvPr>
        </p:nvGraphicFramePr>
        <p:xfrm>
          <a:off x="533400" y="1769501"/>
          <a:ext cx="11106148" cy="3240652"/>
        </p:xfrm>
        <a:graphic>
          <a:graphicData uri="http://schemas.openxmlformats.org/drawingml/2006/table">
            <a:tbl>
              <a:tblPr firstRow="1" bandRow="1">
                <a:tableStyleId>{5C22544A-7EE6-4342-B048-85BDC9FD1C3A}</a:tableStyleId>
              </a:tblPr>
              <a:tblGrid>
                <a:gridCol w="2331839">
                  <a:extLst>
                    <a:ext uri="{9D8B030D-6E8A-4147-A177-3AD203B41FA5}">
                      <a16:colId xmlns:a16="http://schemas.microsoft.com/office/drawing/2014/main" val="20000"/>
                    </a:ext>
                  </a:extLst>
                </a:gridCol>
                <a:gridCol w="3698378">
                  <a:extLst>
                    <a:ext uri="{9D8B030D-6E8A-4147-A177-3AD203B41FA5}">
                      <a16:colId xmlns:a16="http://schemas.microsoft.com/office/drawing/2014/main" val="20001"/>
                    </a:ext>
                  </a:extLst>
                </a:gridCol>
                <a:gridCol w="1746051">
                  <a:extLst>
                    <a:ext uri="{9D8B030D-6E8A-4147-A177-3AD203B41FA5}">
                      <a16:colId xmlns:a16="http://schemas.microsoft.com/office/drawing/2014/main" val="20002"/>
                    </a:ext>
                  </a:extLst>
                </a:gridCol>
                <a:gridCol w="3329880">
                  <a:extLst>
                    <a:ext uri="{9D8B030D-6E8A-4147-A177-3AD203B41FA5}">
                      <a16:colId xmlns:a16="http://schemas.microsoft.com/office/drawing/2014/main" val="20003"/>
                    </a:ext>
                  </a:extLst>
                </a:gridCol>
              </a:tblGrid>
              <a:tr h="540108">
                <a:tc>
                  <a:txBody>
                    <a:bodyPr/>
                    <a:lstStyle/>
                    <a:p>
                      <a:pPr algn="l"/>
                      <a:r>
                        <a:rPr sz="1050" b="0" i="0" u="none">
                          <a:solidFill>
                            <a:srgbClr val="38BDF8"/>
                          </a:solidFill>
                          <a:latin typeface="Inter SemiBold"/>
                        </a:rPr>
                        <a:t>Hardware Component</a:t>
                      </a:r>
                    </a:p>
                  </a:txBody>
                  <a:tcPr marL="63500" marR="63500" marT="25400" marB="25400" anchor="ctr">
                    <a:lnL>
                      <a:noFill/>
                    </a:lnL>
                    <a:lnR>
                      <a:noFill/>
                    </a:lnR>
                    <a:lnT>
                      <a:noFill/>
                    </a:lnT>
                    <a:lnB>
                      <a:noFill/>
                    </a:lnB>
                    <a:solidFill>
                      <a:srgbClr val="1E293B"/>
                    </a:solidFill>
                  </a:tcPr>
                </a:tc>
                <a:tc>
                  <a:txBody>
                    <a:bodyPr/>
                    <a:lstStyle/>
                    <a:p>
                      <a:pPr algn="l"/>
                      <a:r>
                        <a:rPr sz="1050" b="0" i="0" u="none">
                          <a:solidFill>
                            <a:srgbClr val="38BDF8"/>
                          </a:solidFill>
                          <a:latin typeface="Inter SemiBold"/>
                        </a:rPr>
                        <a:t>Technical Specifications</a:t>
                      </a:r>
                    </a:p>
                  </a:txBody>
                  <a:tcPr marL="63500" marR="63500" marT="25400" marB="25400" anchor="ctr">
                    <a:lnL>
                      <a:noFill/>
                    </a:lnL>
                    <a:lnR>
                      <a:noFill/>
                    </a:lnR>
                    <a:lnT>
                      <a:noFill/>
                    </a:lnT>
                    <a:lnB>
                      <a:noFill/>
                    </a:lnB>
                    <a:solidFill>
                      <a:srgbClr val="1E293B"/>
                    </a:solidFill>
                  </a:tcPr>
                </a:tc>
                <a:tc>
                  <a:txBody>
                    <a:bodyPr/>
                    <a:lstStyle/>
                    <a:p>
                      <a:pPr algn="l"/>
                      <a:r>
                        <a:rPr sz="1050" b="0" i="0" u="none">
                          <a:solidFill>
                            <a:srgbClr val="38BDF8"/>
                          </a:solidFill>
                          <a:latin typeface="Inter SemiBold"/>
                        </a:rPr>
                        <a:t>Dedicated Module</a:t>
                      </a:r>
                    </a:p>
                  </a:txBody>
                  <a:tcPr marL="63500" marR="63500" marT="25400" marB="25400" anchor="ctr">
                    <a:lnL>
                      <a:noFill/>
                    </a:lnL>
                    <a:lnR>
                      <a:noFill/>
                    </a:lnR>
                    <a:lnT>
                      <a:noFill/>
                    </a:lnT>
                    <a:lnB>
                      <a:noFill/>
                    </a:lnB>
                    <a:solidFill>
                      <a:srgbClr val="1E293B"/>
                    </a:solidFill>
                  </a:tcPr>
                </a:tc>
                <a:tc>
                  <a:txBody>
                    <a:bodyPr/>
                    <a:lstStyle/>
                    <a:p>
                      <a:pPr algn="l"/>
                      <a:r>
                        <a:rPr sz="1050" b="0" i="0" u="none">
                          <a:solidFill>
                            <a:srgbClr val="38BDF8"/>
                          </a:solidFill>
                          <a:latin typeface="Inter SemiBold"/>
                        </a:rPr>
                        <a:t>System Role</a:t>
                      </a:r>
                    </a:p>
                  </a:txBody>
                  <a:tcPr marL="63500" marR="63500" marT="25400" marB="25400" anchor="ctr">
                    <a:lnL>
                      <a:noFill/>
                    </a:lnL>
                    <a:lnR>
                      <a:noFill/>
                    </a:lnR>
                    <a:lnT>
                      <a:noFill/>
                    </a:lnT>
                    <a:lnB>
                      <a:noFill/>
                    </a:lnB>
                    <a:solidFill>
                      <a:srgbClr val="1E293B"/>
                    </a:solidFill>
                  </a:tcPr>
                </a:tc>
                <a:extLst>
                  <a:ext uri="{0D108BD9-81ED-4DB2-BD59-A6C34878D82A}">
                    <a16:rowId xmlns:a16="http://schemas.microsoft.com/office/drawing/2014/main" val="10000"/>
                  </a:ext>
                </a:extLst>
              </a:tr>
              <a:tr h="540108">
                <a:tc>
                  <a:txBody>
                    <a:bodyPr/>
                    <a:lstStyle/>
                    <a:p>
                      <a:pPr algn="l"/>
                      <a:r>
                        <a:rPr sz="1050" b="1" i="0" u="none">
                          <a:solidFill>
                            <a:srgbClr val="CBD5E1"/>
                          </a:solidFill>
                          <a:latin typeface="Inter"/>
                        </a:rPr>
                        <a:t>ESP32 Microcontroller</a:t>
                      </a:r>
                    </a:p>
                  </a:txBody>
                  <a:tcPr marL="63500" marR="63500" marT="25400" marB="25400" anchor="ctr">
                    <a:lnL>
                      <a:noFill/>
                    </a:lnL>
                    <a:lnR>
                      <a:noFill/>
                    </a:lnR>
                    <a:lnT>
                      <a:noFill/>
                    </a:lnT>
                    <a:lnB>
                      <a:noFill/>
                    </a:lnB>
                    <a:solidFill>
                      <a:srgbClr val="0F172A"/>
                    </a:solidFill>
                  </a:tcPr>
                </a:tc>
                <a:tc>
                  <a:txBody>
                    <a:bodyPr/>
                    <a:lstStyle/>
                    <a:p>
                      <a:pPr algn="l"/>
                      <a:r>
                        <a:rPr sz="1050" b="0" i="0" u="none">
                          <a:solidFill>
                            <a:srgbClr val="CBD5E1"/>
                          </a:solidFill>
                          <a:latin typeface="Inter"/>
                        </a:rPr>
                        <a:t>Dual-Core 240 MHz, 520 KB SRAM, Wi-Fi/BLE</a:t>
                      </a:r>
                    </a:p>
                  </a:txBody>
                  <a:tcPr marL="63500" marR="63500" marT="25400" marB="25400" anchor="ctr">
                    <a:lnL>
                      <a:noFill/>
                    </a:lnL>
                    <a:lnR>
                      <a:noFill/>
                    </a:lnR>
                    <a:lnT>
                      <a:noFill/>
                    </a:lnT>
                    <a:lnB>
                      <a:noFill/>
                    </a:lnB>
                    <a:solidFill>
                      <a:srgbClr val="0F172A"/>
                    </a:solidFill>
                  </a:tcPr>
                </a:tc>
                <a:tc>
                  <a:txBody>
                    <a:bodyPr/>
                    <a:lstStyle/>
                    <a:p>
                      <a:pPr algn="l"/>
                      <a:r>
                        <a:rPr sz="1050" b="0" i="0" u="none">
                          <a:solidFill>
                            <a:srgbClr val="CBD5E1"/>
                          </a:solidFill>
                          <a:latin typeface="Inter"/>
                        </a:rPr>
                        <a:t>Module 3 &amp; 4</a:t>
                      </a:r>
                    </a:p>
                  </a:txBody>
                  <a:tcPr marL="63500" marR="63500" marT="25400" marB="25400" anchor="ctr">
                    <a:lnL>
                      <a:noFill/>
                    </a:lnL>
                    <a:lnR>
                      <a:noFill/>
                    </a:lnR>
                    <a:lnT>
                      <a:noFill/>
                    </a:lnT>
                    <a:lnB>
                      <a:noFill/>
                    </a:lnB>
                    <a:solidFill>
                      <a:srgbClr val="0F172A"/>
                    </a:solidFill>
                  </a:tcPr>
                </a:tc>
                <a:tc>
                  <a:txBody>
                    <a:bodyPr/>
                    <a:lstStyle/>
                    <a:p>
                      <a:pPr algn="l"/>
                      <a:r>
                        <a:rPr sz="1050" b="0" i="0" u="none">
                          <a:solidFill>
                            <a:srgbClr val="CBD5E1"/>
                          </a:solidFill>
                          <a:latin typeface="Inter"/>
                        </a:rPr>
                        <a:t>Central processing, ADC &amp; IoT gateway</a:t>
                      </a:r>
                    </a:p>
                  </a:txBody>
                  <a:tcPr marL="63500" marR="63500" marT="25400" marB="25400" anchor="ctr">
                    <a:lnL>
                      <a:noFill/>
                    </a:lnL>
                    <a:lnR>
                      <a:noFill/>
                    </a:lnR>
                    <a:lnT>
                      <a:noFill/>
                    </a:lnT>
                    <a:lnB>
                      <a:noFill/>
                    </a:lnB>
                    <a:solidFill>
                      <a:srgbClr val="0F172A"/>
                    </a:solidFill>
                  </a:tcPr>
                </a:tc>
                <a:extLst>
                  <a:ext uri="{0D108BD9-81ED-4DB2-BD59-A6C34878D82A}">
                    <a16:rowId xmlns:a16="http://schemas.microsoft.com/office/drawing/2014/main" val="10001"/>
                  </a:ext>
                </a:extLst>
              </a:tr>
              <a:tr h="540108">
                <a:tc>
                  <a:txBody>
                    <a:bodyPr/>
                    <a:lstStyle/>
                    <a:p>
                      <a:pPr algn="l"/>
                      <a:r>
                        <a:rPr sz="1050" b="1" i="0" u="none">
                          <a:solidFill>
                            <a:srgbClr val="CBD5E1"/>
                          </a:solidFill>
                          <a:latin typeface="Inter"/>
                        </a:rPr>
                        <a:t>Dual Servo Motors</a:t>
                      </a:r>
                    </a:p>
                  </a:txBody>
                  <a:tcPr marL="63500" marR="63500" marT="25400" marB="25400" anchor="ctr">
                    <a:lnL>
                      <a:noFill/>
                    </a:lnL>
                    <a:lnR>
                      <a:noFill/>
                    </a:lnR>
                    <a:lnT>
                      <a:noFill/>
                    </a:lnT>
                    <a:lnB>
                      <a:noFill/>
                    </a:lnB>
                    <a:solidFill>
                      <a:srgbClr val="0F172A"/>
                    </a:solidFill>
                  </a:tcPr>
                </a:tc>
                <a:tc>
                  <a:txBody>
                    <a:bodyPr/>
                    <a:lstStyle/>
                    <a:p>
                      <a:pPr algn="l"/>
                      <a:r>
                        <a:rPr sz="1050" b="0" i="0" u="none">
                          <a:solidFill>
                            <a:srgbClr val="CBD5E1"/>
                          </a:solidFill>
                          <a:latin typeface="Inter"/>
                        </a:rPr>
                        <a:t>High torque, 50 Hz PWM, 0°–180° range</a:t>
                      </a:r>
                    </a:p>
                  </a:txBody>
                  <a:tcPr marL="63500" marR="63500" marT="25400" marB="25400" anchor="ctr">
                    <a:lnL>
                      <a:noFill/>
                    </a:lnL>
                    <a:lnR>
                      <a:noFill/>
                    </a:lnR>
                    <a:lnT>
                      <a:noFill/>
                    </a:lnT>
                    <a:lnB>
                      <a:noFill/>
                    </a:lnB>
                    <a:solidFill>
                      <a:srgbClr val="0F172A"/>
                    </a:solidFill>
                  </a:tcPr>
                </a:tc>
                <a:tc>
                  <a:txBody>
                    <a:bodyPr/>
                    <a:lstStyle/>
                    <a:p>
                      <a:pPr algn="l"/>
                      <a:r>
                        <a:rPr sz="1050" b="0" i="0" u="none">
                          <a:solidFill>
                            <a:srgbClr val="CBD5E1"/>
                          </a:solidFill>
                          <a:latin typeface="Inter"/>
                        </a:rPr>
                        <a:t>Module 1</a:t>
                      </a:r>
                    </a:p>
                  </a:txBody>
                  <a:tcPr marL="63500" marR="63500" marT="25400" marB="25400" anchor="ctr">
                    <a:lnL>
                      <a:noFill/>
                    </a:lnL>
                    <a:lnR>
                      <a:noFill/>
                    </a:lnR>
                    <a:lnT>
                      <a:noFill/>
                    </a:lnT>
                    <a:lnB>
                      <a:noFill/>
                    </a:lnB>
                    <a:solidFill>
                      <a:srgbClr val="0F172A"/>
                    </a:solidFill>
                  </a:tcPr>
                </a:tc>
                <a:tc>
                  <a:txBody>
                    <a:bodyPr/>
                    <a:lstStyle/>
                    <a:p>
                      <a:pPr algn="l"/>
                      <a:r>
                        <a:rPr sz="1050" b="0" i="0" u="none">
                          <a:solidFill>
                            <a:srgbClr val="CBD5E1"/>
                          </a:solidFill>
                          <a:latin typeface="Inter"/>
                        </a:rPr>
                        <a:t>Azimuth and Elevation gantry actuation</a:t>
                      </a:r>
                    </a:p>
                  </a:txBody>
                  <a:tcPr marL="63500" marR="63500" marT="25400" marB="25400" anchor="ctr">
                    <a:lnL>
                      <a:noFill/>
                    </a:lnL>
                    <a:lnR>
                      <a:noFill/>
                    </a:lnR>
                    <a:lnT>
                      <a:noFill/>
                    </a:lnT>
                    <a:lnB>
                      <a:noFill/>
                    </a:lnB>
                    <a:solidFill>
                      <a:srgbClr val="0F172A"/>
                    </a:solidFill>
                  </a:tcPr>
                </a:tc>
                <a:extLst>
                  <a:ext uri="{0D108BD9-81ED-4DB2-BD59-A6C34878D82A}">
                    <a16:rowId xmlns:a16="http://schemas.microsoft.com/office/drawing/2014/main" val="10002"/>
                  </a:ext>
                </a:extLst>
              </a:tr>
              <a:tr h="540108">
                <a:tc>
                  <a:txBody>
                    <a:bodyPr/>
                    <a:lstStyle/>
                    <a:p>
                      <a:pPr algn="l"/>
                      <a:r>
                        <a:rPr sz="1050" b="1" i="0" u="none">
                          <a:solidFill>
                            <a:srgbClr val="CBD5E1"/>
                          </a:solidFill>
                          <a:latin typeface="Inter"/>
                        </a:rPr>
                        <a:t>Sensor Suite (LDR / DHT11)</a:t>
                      </a:r>
                    </a:p>
                  </a:txBody>
                  <a:tcPr marL="63500" marR="63500" marT="25400" marB="25400" anchor="ctr">
                    <a:lnL>
                      <a:noFill/>
                    </a:lnL>
                    <a:lnR>
                      <a:noFill/>
                    </a:lnR>
                    <a:lnT>
                      <a:noFill/>
                    </a:lnT>
                    <a:lnB>
                      <a:noFill/>
                    </a:lnB>
                    <a:solidFill>
                      <a:srgbClr val="0F172A"/>
                    </a:solidFill>
                  </a:tcPr>
                </a:tc>
                <a:tc>
                  <a:txBody>
                    <a:bodyPr/>
                    <a:lstStyle/>
                    <a:p>
                      <a:pPr algn="l"/>
                      <a:r>
                        <a:rPr sz="1050" b="0" i="0" u="none">
                          <a:solidFill>
                            <a:srgbClr val="CBD5E1"/>
                          </a:solidFill>
                          <a:latin typeface="Inter"/>
                        </a:rPr>
                        <a:t>Optical differential + 0–50°C / 20–90% RH</a:t>
                      </a:r>
                    </a:p>
                  </a:txBody>
                  <a:tcPr marL="63500" marR="63500" marT="25400" marB="25400" anchor="ctr">
                    <a:lnL>
                      <a:noFill/>
                    </a:lnL>
                    <a:lnR>
                      <a:noFill/>
                    </a:lnR>
                    <a:lnT>
                      <a:noFill/>
                    </a:lnT>
                    <a:lnB>
                      <a:noFill/>
                    </a:lnB>
                    <a:solidFill>
                      <a:srgbClr val="0F172A"/>
                    </a:solidFill>
                  </a:tcPr>
                </a:tc>
                <a:tc>
                  <a:txBody>
                    <a:bodyPr/>
                    <a:lstStyle/>
                    <a:p>
                      <a:pPr algn="l"/>
                      <a:r>
                        <a:rPr sz="1050" b="0" i="0" u="none">
                          <a:solidFill>
                            <a:srgbClr val="CBD5E1"/>
                          </a:solidFill>
                          <a:latin typeface="Inter"/>
                        </a:rPr>
                        <a:t>Module 2</a:t>
                      </a:r>
                    </a:p>
                  </a:txBody>
                  <a:tcPr marL="63500" marR="63500" marT="25400" marB="25400" anchor="ctr">
                    <a:lnL>
                      <a:noFill/>
                    </a:lnL>
                    <a:lnR>
                      <a:noFill/>
                    </a:lnR>
                    <a:lnT>
                      <a:noFill/>
                    </a:lnT>
                    <a:lnB>
                      <a:noFill/>
                    </a:lnB>
                    <a:solidFill>
                      <a:srgbClr val="0F172A"/>
                    </a:solidFill>
                  </a:tcPr>
                </a:tc>
                <a:tc>
                  <a:txBody>
                    <a:bodyPr/>
                    <a:lstStyle/>
                    <a:p>
                      <a:pPr algn="l"/>
                      <a:r>
                        <a:rPr sz="1050" b="0" i="0" u="none" dirty="0">
                          <a:solidFill>
                            <a:srgbClr val="CBD5E1"/>
                          </a:solidFill>
                          <a:latin typeface="Inter"/>
                        </a:rPr>
                        <a:t>Target intensity and weather sensing</a:t>
                      </a:r>
                    </a:p>
                  </a:txBody>
                  <a:tcPr marL="63500" marR="63500" marT="25400" marB="25400" anchor="ctr">
                    <a:lnL>
                      <a:noFill/>
                    </a:lnL>
                    <a:lnR>
                      <a:noFill/>
                    </a:lnR>
                    <a:lnT>
                      <a:noFill/>
                    </a:lnT>
                    <a:lnB>
                      <a:noFill/>
                    </a:lnB>
                    <a:solidFill>
                      <a:srgbClr val="0F172A"/>
                    </a:solidFill>
                  </a:tcPr>
                </a:tc>
                <a:extLst>
                  <a:ext uri="{0D108BD9-81ED-4DB2-BD59-A6C34878D82A}">
                    <a16:rowId xmlns:a16="http://schemas.microsoft.com/office/drawing/2014/main" val="10003"/>
                  </a:ext>
                </a:extLst>
              </a:tr>
              <a:tr h="540108">
                <a:tc>
                  <a:txBody>
                    <a:bodyPr/>
                    <a:lstStyle/>
                    <a:p>
                      <a:pPr algn="l"/>
                      <a:r>
                        <a:rPr lang="en-US" sz="1050" b="1" i="0" u="none" dirty="0">
                          <a:solidFill>
                            <a:srgbClr val="CBD5E1"/>
                          </a:solidFill>
                          <a:latin typeface="Inter"/>
                        </a:rPr>
                        <a:t>Lcd Display</a:t>
                      </a:r>
                    </a:p>
                  </a:txBody>
                  <a:tcPr marL="63500" marR="63500" marT="25400" marB="25400" anchor="ctr">
                    <a:lnL>
                      <a:noFill/>
                    </a:lnL>
                    <a:lnR>
                      <a:noFill/>
                    </a:lnR>
                    <a:lnT>
                      <a:noFill/>
                    </a:lnT>
                    <a:lnB>
                      <a:noFill/>
                    </a:lnB>
                    <a:solidFill>
                      <a:srgbClr val="0F172A"/>
                    </a:solidFill>
                  </a:tcPr>
                </a:tc>
                <a:tc>
                  <a:txBody>
                    <a:bodyPr/>
                    <a:lstStyle/>
                    <a:p>
                      <a:pPr algn="l"/>
                      <a:r>
                        <a:rPr sz="1050" b="0" i="0" u="none">
                          <a:solidFill>
                            <a:srgbClr val="CBD5E1"/>
                          </a:solidFill>
                          <a:latin typeface="Inter"/>
                        </a:rPr>
                        <a:t>HD44780 with PCF8574 backpack, 5V LED</a:t>
                      </a:r>
                    </a:p>
                  </a:txBody>
                  <a:tcPr marL="63500" marR="63500" marT="25400" marB="25400" anchor="ctr">
                    <a:lnL>
                      <a:noFill/>
                    </a:lnL>
                    <a:lnR>
                      <a:noFill/>
                    </a:lnR>
                    <a:lnT>
                      <a:noFill/>
                    </a:lnT>
                    <a:lnB>
                      <a:noFill/>
                    </a:lnB>
                    <a:solidFill>
                      <a:srgbClr val="0F172A"/>
                    </a:solidFill>
                  </a:tcPr>
                </a:tc>
                <a:tc>
                  <a:txBody>
                    <a:bodyPr/>
                    <a:lstStyle/>
                    <a:p>
                      <a:pPr algn="l"/>
                      <a:r>
                        <a:rPr sz="1050" b="0" i="0" u="none">
                          <a:solidFill>
                            <a:srgbClr val="CBD5E1"/>
                          </a:solidFill>
                          <a:latin typeface="Inter"/>
                        </a:rPr>
                        <a:t>Module 3</a:t>
                      </a:r>
                    </a:p>
                  </a:txBody>
                  <a:tcPr marL="63500" marR="63500" marT="25400" marB="25400" anchor="ctr">
                    <a:lnL>
                      <a:noFill/>
                    </a:lnL>
                    <a:lnR>
                      <a:noFill/>
                    </a:lnR>
                    <a:lnT>
                      <a:noFill/>
                    </a:lnT>
                    <a:lnB>
                      <a:noFill/>
                    </a:lnB>
                    <a:solidFill>
                      <a:srgbClr val="0F172A"/>
                    </a:solidFill>
                  </a:tcPr>
                </a:tc>
                <a:tc>
                  <a:txBody>
                    <a:bodyPr/>
                    <a:lstStyle/>
                    <a:p>
                      <a:pPr algn="l"/>
                      <a:r>
                        <a:rPr sz="1050" b="0" i="0" u="none" dirty="0">
                          <a:solidFill>
                            <a:srgbClr val="CBD5E1"/>
                          </a:solidFill>
                          <a:latin typeface="Inter"/>
                        </a:rPr>
                        <a:t>On-site telemetry and angle status</a:t>
                      </a:r>
                    </a:p>
                  </a:txBody>
                  <a:tcPr marL="63500" marR="63500" marT="25400" marB="25400" anchor="ctr">
                    <a:lnL>
                      <a:noFill/>
                    </a:lnL>
                    <a:lnR>
                      <a:noFill/>
                    </a:lnR>
                    <a:lnT>
                      <a:noFill/>
                    </a:lnT>
                    <a:lnB>
                      <a:noFill/>
                    </a:lnB>
                    <a:solidFill>
                      <a:srgbClr val="0F172A"/>
                    </a:solidFill>
                  </a:tcPr>
                </a:tc>
                <a:extLst>
                  <a:ext uri="{0D108BD9-81ED-4DB2-BD59-A6C34878D82A}">
                    <a16:rowId xmlns:a16="http://schemas.microsoft.com/office/drawing/2014/main" val="10004"/>
                  </a:ext>
                </a:extLst>
              </a:tr>
              <a:tr h="540112">
                <a:tc>
                  <a:txBody>
                    <a:bodyPr/>
                    <a:lstStyle/>
                    <a:p>
                      <a:pPr algn="l"/>
                      <a:r>
                        <a:rPr sz="1050" b="1" i="0" u="none" dirty="0">
                          <a:solidFill>
                            <a:srgbClr val="CBD5E1"/>
                          </a:solidFill>
                          <a:latin typeface="Inter"/>
                        </a:rPr>
                        <a:t>Power Distribution Rail</a:t>
                      </a:r>
                    </a:p>
                  </a:txBody>
                  <a:tcPr marL="63500" marR="63500" marT="25400" marB="25400" anchor="ctr">
                    <a:lnL>
                      <a:noFill/>
                    </a:lnL>
                    <a:lnR>
                      <a:noFill/>
                    </a:lnR>
                    <a:lnT>
                      <a:noFill/>
                    </a:lnT>
                    <a:lnB>
                      <a:noFill/>
                    </a:lnB>
                    <a:solidFill>
                      <a:srgbClr val="0F172A"/>
                    </a:solidFill>
                  </a:tcPr>
                </a:tc>
                <a:tc>
                  <a:txBody>
                    <a:bodyPr/>
                    <a:lstStyle/>
                    <a:p>
                      <a:pPr algn="l"/>
                      <a:r>
                        <a:rPr sz="1050" b="0" i="0" u="none" dirty="0">
                          <a:solidFill>
                            <a:srgbClr val="CBD5E1"/>
                          </a:solidFill>
                          <a:latin typeface="Inter"/>
                        </a:rPr>
                        <a:t>Dual 5V / 3.3V regulated rails, 2A peak</a:t>
                      </a:r>
                    </a:p>
                  </a:txBody>
                  <a:tcPr marL="63500" marR="63500" marT="25400" marB="25400" anchor="ctr">
                    <a:lnL>
                      <a:noFill/>
                    </a:lnL>
                    <a:lnR>
                      <a:noFill/>
                    </a:lnR>
                    <a:lnT>
                      <a:noFill/>
                    </a:lnT>
                    <a:lnB>
                      <a:noFill/>
                    </a:lnB>
                    <a:solidFill>
                      <a:srgbClr val="0F172A"/>
                    </a:solidFill>
                  </a:tcPr>
                </a:tc>
                <a:tc>
                  <a:txBody>
                    <a:bodyPr/>
                    <a:lstStyle/>
                    <a:p>
                      <a:pPr algn="l"/>
                      <a:r>
                        <a:rPr sz="1050" b="0" i="0" u="none" dirty="0">
                          <a:solidFill>
                            <a:srgbClr val="CBD5E1"/>
                          </a:solidFill>
                          <a:latin typeface="Inter"/>
                        </a:rPr>
                        <a:t>Module 5</a:t>
                      </a:r>
                    </a:p>
                  </a:txBody>
                  <a:tcPr marL="63500" marR="63500" marT="25400" marB="25400" anchor="ctr">
                    <a:lnL>
                      <a:noFill/>
                    </a:lnL>
                    <a:lnR>
                      <a:noFill/>
                    </a:lnR>
                    <a:lnT>
                      <a:noFill/>
                    </a:lnT>
                    <a:lnB>
                      <a:noFill/>
                    </a:lnB>
                    <a:solidFill>
                      <a:srgbClr val="0F172A"/>
                    </a:solidFill>
                  </a:tcPr>
                </a:tc>
                <a:tc>
                  <a:txBody>
                    <a:bodyPr/>
                    <a:lstStyle/>
                    <a:p>
                      <a:pPr algn="l"/>
                      <a:r>
                        <a:rPr sz="1050" b="0" i="0" u="none" dirty="0">
                          <a:solidFill>
                            <a:srgbClr val="CBD5E1"/>
                          </a:solidFill>
                          <a:latin typeface="Inter"/>
                        </a:rPr>
                        <a:t>Clean current supply &amp; spike suppression</a:t>
                      </a:r>
                    </a:p>
                  </a:txBody>
                  <a:tcPr marL="63500" marR="63500" marT="25400" marB="25400" anchor="ctr">
                    <a:lnL>
                      <a:noFill/>
                    </a:lnL>
                    <a:lnR>
                      <a:noFill/>
                    </a:lnR>
                    <a:lnT>
                      <a:noFill/>
                    </a:lnT>
                    <a:lnB>
                      <a:noFill/>
                    </a:lnB>
                    <a:solidFill>
                      <a:srgbClr val="0F172A"/>
                    </a:solidFill>
                  </a:tcPr>
                </a:tc>
                <a:extLst>
                  <a:ext uri="{0D108BD9-81ED-4DB2-BD59-A6C34878D82A}">
                    <a16:rowId xmlns:a16="http://schemas.microsoft.com/office/drawing/2014/main" val="10005"/>
                  </a:ext>
                </a:extLst>
              </a:tr>
            </a:tbl>
          </a:graphicData>
        </a:graphic>
      </p:graphicFrame>
      <p:sp>
        <p:nvSpPr>
          <p:cNvPr id="4" name="Rectangle 3"/>
          <p:cNvSpPr/>
          <p:nvPr/>
        </p:nvSpPr>
        <p:spPr>
          <a:xfrm>
            <a:off x="542925" y="2905125"/>
            <a:ext cx="2331839"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2874764" y="2905125"/>
            <a:ext cx="3698378"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6" name="Rectangle 5"/>
          <p:cNvSpPr/>
          <p:nvPr/>
        </p:nvSpPr>
        <p:spPr>
          <a:xfrm>
            <a:off x="6573142" y="2905125"/>
            <a:ext cx="1746051"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7" name="Rectangle 6"/>
          <p:cNvSpPr/>
          <p:nvPr/>
        </p:nvSpPr>
        <p:spPr>
          <a:xfrm>
            <a:off x="8319194" y="2905125"/>
            <a:ext cx="3329880"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8" name="Rectangle 7"/>
          <p:cNvSpPr/>
          <p:nvPr/>
        </p:nvSpPr>
        <p:spPr>
          <a:xfrm>
            <a:off x="542925" y="3324225"/>
            <a:ext cx="2331839"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9" name="Rectangle 8"/>
          <p:cNvSpPr/>
          <p:nvPr/>
        </p:nvSpPr>
        <p:spPr>
          <a:xfrm>
            <a:off x="2874764" y="3324225"/>
            <a:ext cx="3698378"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10" name="Rectangle 9"/>
          <p:cNvSpPr/>
          <p:nvPr/>
        </p:nvSpPr>
        <p:spPr>
          <a:xfrm>
            <a:off x="6573142" y="3324225"/>
            <a:ext cx="1746051"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8319194" y="3324225"/>
            <a:ext cx="3329880"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12" name="Rectangle 11"/>
          <p:cNvSpPr/>
          <p:nvPr/>
        </p:nvSpPr>
        <p:spPr>
          <a:xfrm>
            <a:off x="542925" y="3743325"/>
            <a:ext cx="2331839"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2874764" y="3743325"/>
            <a:ext cx="3698378"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14" name="Rectangle 13"/>
          <p:cNvSpPr/>
          <p:nvPr/>
        </p:nvSpPr>
        <p:spPr>
          <a:xfrm>
            <a:off x="6573142" y="3743325"/>
            <a:ext cx="1746051"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15" name="Rectangle 14"/>
          <p:cNvSpPr/>
          <p:nvPr/>
        </p:nvSpPr>
        <p:spPr>
          <a:xfrm>
            <a:off x="8319194" y="3743325"/>
            <a:ext cx="3329880"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16" name="Rectangle 15"/>
          <p:cNvSpPr/>
          <p:nvPr/>
        </p:nvSpPr>
        <p:spPr>
          <a:xfrm>
            <a:off x="542925" y="4162425"/>
            <a:ext cx="2331839"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17" name="Rectangle 16"/>
          <p:cNvSpPr/>
          <p:nvPr/>
        </p:nvSpPr>
        <p:spPr>
          <a:xfrm>
            <a:off x="2874764" y="4162425"/>
            <a:ext cx="3698378"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18" name="Rectangle 17"/>
          <p:cNvSpPr/>
          <p:nvPr/>
        </p:nvSpPr>
        <p:spPr>
          <a:xfrm>
            <a:off x="6573142" y="4162425"/>
            <a:ext cx="1746051"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19" name="Rectangle 18"/>
          <p:cNvSpPr/>
          <p:nvPr/>
        </p:nvSpPr>
        <p:spPr>
          <a:xfrm>
            <a:off x="8319194" y="4162425"/>
            <a:ext cx="3329880"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20" name="Rectangle 19"/>
          <p:cNvSpPr/>
          <p:nvPr/>
        </p:nvSpPr>
        <p:spPr>
          <a:xfrm>
            <a:off x="542925" y="4581525"/>
            <a:ext cx="2331839"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21" name="Rectangle 20"/>
          <p:cNvSpPr/>
          <p:nvPr/>
        </p:nvSpPr>
        <p:spPr>
          <a:xfrm>
            <a:off x="2874764" y="4581525"/>
            <a:ext cx="3698378"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22" name="Rectangle 21"/>
          <p:cNvSpPr/>
          <p:nvPr/>
        </p:nvSpPr>
        <p:spPr>
          <a:xfrm>
            <a:off x="6573142" y="4581525"/>
            <a:ext cx="1746051"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23" name="Rectangle 22"/>
          <p:cNvSpPr/>
          <p:nvPr/>
        </p:nvSpPr>
        <p:spPr>
          <a:xfrm>
            <a:off x="8319194" y="4581525"/>
            <a:ext cx="3329880"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24" name="TextBox 23"/>
          <p:cNvSpPr txBox="1"/>
          <p:nvPr/>
        </p:nvSpPr>
        <p:spPr>
          <a:xfrm>
            <a:off x="533400" y="438150"/>
            <a:ext cx="11658600" cy="390525"/>
          </a:xfrm>
          <a:prstGeom prst="rect">
            <a:avLst/>
          </a:prstGeom>
          <a:noFill/>
        </p:spPr>
        <p:txBody>
          <a:bodyPr wrap="square" lIns="0" tIns="0" rIns="0" bIns="0" anchor="ctr">
            <a:spAutoFit/>
          </a:bodyPr>
          <a:lstStyle/>
          <a:p>
            <a:pPr algn="l"/>
            <a:r>
              <a:rPr sz="2550" b="1" i="0" u="none">
                <a:latin typeface="Times New Roman" panose="02020603050405020304" pitchFamily="18" charset="0"/>
                <a:cs typeface="Times New Roman" panose="02020603050405020304" pitchFamily="18" charset="0"/>
              </a:rPr>
              <a:t>Hardware Component Specifications</a:t>
            </a:r>
          </a:p>
        </p:txBody>
      </p:sp>
      <p:sp>
        <p:nvSpPr>
          <p:cNvPr id="25" name="Rounded Rectangle 24"/>
          <p:cNvSpPr/>
          <p:nvPr/>
        </p:nvSpPr>
        <p:spPr>
          <a:xfrm>
            <a:off x="533400" y="828675"/>
            <a:ext cx="57150" cy="285750"/>
          </a:xfrm>
          <a:prstGeom prst="roundRect">
            <a:avLst>
              <a:gd name="adj" fmla="val 50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p:cNvSpPr txBox="1"/>
          <p:nvPr/>
        </p:nvSpPr>
        <p:spPr>
          <a:xfrm>
            <a:off x="533400" y="438150"/>
            <a:ext cx="11658600" cy="390525"/>
          </a:xfrm>
          <a:prstGeom prst="rect">
            <a:avLst/>
          </a:prstGeom>
          <a:noFill/>
        </p:spPr>
        <p:txBody>
          <a:bodyPr wrap="square" lIns="0" tIns="0" rIns="0" bIns="0" anchor="ctr">
            <a:spAutoFit/>
          </a:bodyPr>
          <a:lstStyle/>
          <a:p>
            <a:pPr algn="l"/>
            <a:r>
              <a:rPr sz="2550" b="1" i="0" u="none" dirty="0">
                <a:latin typeface="Times New Roman" panose="02020603050405020304" pitchFamily="18" charset="0"/>
                <a:cs typeface="Times New Roman" panose="02020603050405020304" pitchFamily="18" charset="0"/>
              </a:rPr>
              <a:t>Applications</a:t>
            </a:r>
          </a:p>
        </p:txBody>
      </p:sp>
      <p:sp>
        <p:nvSpPr>
          <p:cNvPr id="7" name="TextBox 6">
            <a:extLst>
              <a:ext uri="{FF2B5EF4-FFF2-40B4-BE49-F238E27FC236}">
                <a16:creationId xmlns:a16="http://schemas.microsoft.com/office/drawing/2014/main" id="{12D7418F-41C6-5101-3431-3A2FE69AA195}"/>
              </a:ext>
            </a:extLst>
          </p:cNvPr>
          <p:cNvSpPr txBox="1"/>
          <p:nvPr/>
        </p:nvSpPr>
        <p:spPr>
          <a:xfrm>
            <a:off x="870155" y="1838827"/>
            <a:ext cx="10726994" cy="3416320"/>
          </a:xfrm>
          <a:prstGeom prst="rect">
            <a:avLst/>
          </a:prstGeom>
          <a:noFill/>
        </p:spPr>
        <p:txBody>
          <a:bodyPr wrap="square">
            <a:spAutoFit/>
          </a:bodyPr>
          <a:lstStyle/>
          <a:p>
            <a:pPr marL="285750" lvl="0" indent="-285750">
              <a:buFont typeface="Wingdings" panose="05000000000000000000" pitchFamily="2" charset="2"/>
              <a:buChar char="§"/>
            </a:pPr>
            <a:r>
              <a:rPr lang="en-IN" b="1" dirty="0">
                <a:effectLst/>
                <a:latin typeface="Times New Roman" panose="02020603050405020304" pitchFamily="18" charset="0"/>
                <a:cs typeface="Times New Roman" panose="02020603050405020304" pitchFamily="18" charset="0"/>
              </a:rPr>
              <a:t>Satellite Communication Systems</a:t>
            </a:r>
            <a:endParaRPr lang="en-IN"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r>
              <a:rPr lang="en-IN" dirty="0">
                <a:effectLst/>
                <a:latin typeface="Times New Roman" panose="02020603050405020304" pitchFamily="18" charset="0"/>
                <a:cs typeface="Times New Roman" panose="02020603050405020304" pitchFamily="18" charset="0"/>
              </a:rPr>
              <a:t> Aligns dish antennas to track satellites for TV, internet, or weather data reception.</a:t>
            </a:r>
            <a:endParaRPr lang="en-IN"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r>
              <a:rPr lang="en-IN" dirty="0">
                <a:effectLst/>
                <a:latin typeface="Times New Roman" panose="02020603050405020304" pitchFamily="18" charset="0"/>
                <a:cs typeface="Times New Roman" panose="02020603050405020304" pitchFamily="18" charset="0"/>
              </a:rPr>
              <a:t>Ensures stable connectivity even when satellites move slightly in orbit.</a:t>
            </a:r>
            <a:endParaRPr lang="en-IN"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
            </a:pPr>
            <a:r>
              <a:rPr lang="en-IN" b="1" dirty="0">
                <a:effectLst/>
                <a:latin typeface="Times New Roman" panose="02020603050405020304" pitchFamily="18" charset="0"/>
                <a:cs typeface="Times New Roman" panose="02020603050405020304" pitchFamily="18" charset="0"/>
              </a:rPr>
              <a:t>Long‑Range Wi‑Fi Links</a:t>
            </a:r>
            <a:endParaRPr lang="en-IN"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r>
              <a:rPr lang="en-IN" dirty="0">
                <a:effectLst/>
                <a:latin typeface="Times New Roman" panose="02020603050405020304" pitchFamily="18" charset="0"/>
                <a:cs typeface="Times New Roman" panose="02020603050405020304" pitchFamily="18" charset="0"/>
              </a:rPr>
              <a:t>Used in rural or remote areas to align directional antennas for point‑to‑point Wi‑Fi connections.</a:t>
            </a:r>
            <a:endParaRPr lang="en-IN"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
            </a:pPr>
            <a:r>
              <a:rPr lang="en-IN" b="1" dirty="0">
                <a:effectLst/>
                <a:latin typeface="Times New Roman" panose="02020603050405020304" pitchFamily="18" charset="0"/>
                <a:cs typeface="Times New Roman" panose="02020603050405020304" pitchFamily="18" charset="0"/>
              </a:rPr>
              <a:t>IoT Sensor Networks</a:t>
            </a:r>
            <a:endParaRPr lang="en-IN"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r>
              <a:rPr lang="en-IN" dirty="0">
                <a:effectLst/>
                <a:latin typeface="Times New Roman" panose="02020603050405020304" pitchFamily="18" charset="0"/>
                <a:cs typeface="Times New Roman" panose="02020603050405020304" pitchFamily="18" charset="0"/>
              </a:rPr>
              <a:t>Aligns antennas in wireless sensor networks (WSN) to maximize coverage and reliability.</a:t>
            </a:r>
            <a:endParaRPr lang="en-IN"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r>
              <a:rPr lang="en-IN" dirty="0">
                <a:effectLst/>
                <a:latin typeface="Times New Roman" panose="02020603050405020304" pitchFamily="18" charset="0"/>
                <a:cs typeface="Times New Roman" panose="02020603050405020304" pitchFamily="18" charset="0"/>
              </a:rPr>
              <a:t>Useful in smart agriculture, environmental monitoring, or industrial IoT</a:t>
            </a:r>
          </a:p>
          <a:p>
            <a:pPr marL="285750" lvl="0" indent="-285750">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Drone &amp; UAV Communication</a:t>
            </a:r>
            <a:endParaRPr lang="en-IN"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Mounted on ground stations to track and align with moving drones/UAVs.</a:t>
            </a:r>
          </a:p>
          <a:p>
            <a:pPr lvl="1"/>
            <a:r>
              <a:rPr lang="en-IN" dirty="0">
                <a:latin typeface="Times New Roman" panose="02020603050405020304" pitchFamily="18" charset="0"/>
                <a:cs typeface="Times New Roman" panose="02020603050405020304" pitchFamily="18" charset="0"/>
              </a:rPr>
              <a:t>Ensures uninterrupted telemetry and video feed during flight.</a:t>
            </a:r>
          </a:p>
          <a:p>
            <a:pPr marL="742950" lvl="1" indent="-285750">
              <a:buFont typeface="Wingdings" panose="05000000000000000000" pitchFamily="2" charset="2"/>
              <a:buChar char="ü"/>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F3D4F9-BE88-6720-71D2-8D47DE4CCC17}"/>
              </a:ext>
            </a:extLst>
          </p:cNvPr>
          <p:cNvSpPr txBox="1"/>
          <p:nvPr/>
        </p:nvSpPr>
        <p:spPr>
          <a:xfrm>
            <a:off x="875070" y="2162359"/>
            <a:ext cx="9999406" cy="2585323"/>
          </a:xfrm>
          <a:prstGeom prst="rect">
            <a:avLst/>
          </a:prstGeom>
          <a:noFill/>
        </p:spPr>
        <p:txBody>
          <a:bodyPr wrap="square">
            <a:spAutoFit/>
          </a:bodyPr>
          <a:lstStyle/>
          <a:p>
            <a:pPr marL="285750" indent="-285750">
              <a:buFont typeface="Wingdings" panose="05000000000000000000" pitchFamily="2" charset="2"/>
              <a:buChar char="ü"/>
            </a:pPr>
            <a:endParaRPr lang="en-IN" b="1"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ü"/>
            </a:pPr>
            <a:r>
              <a:rPr lang="en-IN" b="1" dirty="0">
                <a:effectLst/>
                <a:latin typeface="Times New Roman" panose="02020603050405020304" pitchFamily="18" charset="0"/>
                <a:cs typeface="Times New Roman" panose="02020603050405020304" pitchFamily="18" charset="0"/>
              </a:rPr>
              <a:t> Real‑time control &amp; feedback:</a:t>
            </a:r>
            <a:r>
              <a:rPr lang="en-IN" dirty="0">
                <a:effectLst/>
                <a:latin typeface="Times New Roman" panose="02020603050405020304" pitchFamily="18" charset="0"/>
                <a:cs typeface="Times New Roman" panose="02020603050405020304" pitchFamily="18" charset="0"/>
              </a:rPr>
              <a:t> ESP32 can continuously monitor signal strength  and adjust antenna orientation dynamically for maximum reception/transmission.</a:t>
            </a:r>
            <a:endParaRPr lang="en-IN"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ü"/>
            </a:pPr>
            <a:r>
              <a:rPr lang="en-IN" b="1" dirty="0">
                <a:effectLst/>
                <a:latin typeface="Times New Roman" panose="02020603050405020304" pitchFamily="18" charset="0"/>
                <a:cs typeface="Times New Roman" panose="02020603050405020304" pitchFamily="18" charset="0"/>
              </a:rPr>
              <a:t> Low power consumption:</a:t>
            </a:r>
            <a:r>
              <a:rPr lang="en-IN" dirty="0">
                <a:effectLst/>
                <a:latin typeface="Times New Roman" panose="02020603050405020304" pitchFamily="18" charset="0"/>
                <a:cs typeface="Times New Roman" panose="02020603050405020304" pitchFamily="18" charset="0"/>
              </a:rPr>
              <a:t> Compared to heavier microcontrollers or PCs, ESP32 is energy‑efficient, making it suitable for solar‑powered or battery‑operated antenna systems.</a:t>
            </a:r>
            <a:endParaRPr lang="en-IN"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ü"/>
            </a:pPr>
            <a:r>
              <a:rPr lang="en-IN" b="1" dirty="0">
                <a:effectLst/>
                <a:latin typeface="Times New Roman" panose="02020603050405020304" pitchFamily="18" charset="0"/>
                <a:cs typeface="Times New Roman" panose="02020603050405020304" pitchFamily="18" charset="0"/>
              </a:rPr>
              <a:t> Wireless connectivity:</a:t>
            </a:r>
            <a:r>
              <a:rPr lang="en-IN" dirty="0">
                <a:effectLst/>
                <a:latin typeface="Times New Roman" panose="02020603050405020304" pitchFamily="18" charset="0"/>
                <a:cs typeface="Times New Roman" panose="02020603050405020304" pitchFamily="18" charset="0"/>
              </a:rPr>
              <a:t> Built‑in Wi‑Fi and Bluetooth allow remote monitoring and control via smartphone or web dashboard, eliminating the need for wired interfaces.</a:t>
            </a:r>
            <a:endParaRPr lang="en-IN"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ü"/>
            </a:pPr>
            <a:r>
              <a:rPr lang="en-IN" b="1" dirty="0">
                <a:effectLst/>
                <a:latin typeface="Times New Roman" panose="02020603050405020304" pitchFamily="18" charset="0"/>
                <a:cs typeface="Times New Roman" panose="02020603050405020304" pitchFamily="18" charset="0"/>
              </a:rPr>
              <a:t> Easy integration with sensors &amp; actuators:</a:t>
            </a:r>
            <a:r>
              <a:rPr lang="en-IN" dirty="0">
                <a:effectLst/>
                <a:latin typeface="Times New Roman" panose="02020603050405020304" pitchFamily="18" charset="0"/>
                <a:cs typeface="Times New Roman" panose="02020603050405020304" pitchFamily="18" charset="0"/>
              </a:rPr>
              <a:t> ESP32 can drive stepper motors/servos for antenna rotation and read sensors like GPS, accelerometers, or magnetometers for precise alignment.0</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18C9A9B-E1D6-4243-E0D9-E4131752167E}"/>
              </a:ext>
            </a:extLst>
          </p:cNvPr>
          <p:cNvSpPr txBox="1"/>
          <p:nvPr/>
        </p:nvSpPr>
        <p:spPr>
          <a:xfrm>
            <a:off x="875070" y="909258"/>
            <a:ext cx="2279791"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ADVANTAGES</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1967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E5E336-739C-E7A6-9316-039938B857D1}"/>
              </a:ext>
            </a:extLst>
          </p:cNvPr>
          <p:cNvSpPr txBox="1"/>
          <p:nvPr/>
        </p:nvSpPr>
        <p:spPr>
          <a:xfrm>
            <a:off x="845574" y="1976283"/>
            <a:ext cx="10382865" cy="5109860"/>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The system successfully automates antenna positioning and alignment to ensure accurate orientation.</a:t>
            </a:r>
          </a:p>
          <a:p>
            <a:pPr marL="342900" indent="-342900" algn="just">
              <a:lnSpc>
                <a:spcPct val="150000"/>
              </a:lnSpc>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Signal strength is improved through continuous monitoring and automatic adjustment.</a:t>
            </a:r>
          </a:p>
          <a:p>
            <a:pPr marL="342900" indent="-342900" algn="just">
              <a:lnSpc>
                <a:spcPct val="150000"/>
              </a:lnSpc>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Manual effort and alignment errors are significantly reduced by the automated control process.</a:t>
            </a:r>
          </a:p>
          <a:p>
            <a:pPr marL="342900" indent="-342900" algn="just">
              <a:lnSpc>
                <a:spcPct val="150000"/>
              </a:lnSpc>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Cloud monitoring enables remote access and real-time status updates from any location.</a:t>
            </a:r>
          </a:p>
          <a:p>
            <a:pPr marL="342900" indent="-342900" algn="just">
              <a:lnSpc>
                <a:spcPct val="150000"/>
              </a:lnSpc>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Overall communication reliability and system efficiency are greatly enhanced.</a:t>
            </a:r>
          </a:p>
          <a:p>
            <a:pPr marL="342900" indent="-342900" algn="just">
              <a:lnSpc>
                <a:spcPct val="150000"/>
              </a:lnSpc>
              <a:buFont typeface="Wingdings" panose="05000000000000000000" pitchFamily="2" charset="2"/>
              <a:buChar char="ü"/>
            </a:pPr>
            <a:endParaRPr lang="en-US" sz="22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endParaRPr lang="en-US" sz="22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endParaRPr lang="en-US" sz="22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D435A85-7872-B8FE-2759-7C750D13BF94}"/>
              </a:ext>
            </a:extLst>
          </p:cNvPr>
          <p:cNvSpPr txBox="1"/>
          <p:nvPr/>
        </p:nvSpPr>
        <p:spPr>
          <a:xfrm>
            <a:off x="845574" y="1012723"/>
            <a:ext cx="3441290" cy="446276"/>
          </a:xfrm>
          <a:prstGeom prst="rect">
            <a:avLst/>
          </a:prstGeom>
          <a:noFill/>
        </p:spPr>
        <p:txBody>
          <a:bodyPr wrap="square" rtlCol="0">
            <a:spAutoFit/>
          </a:bodyPr>
          <a:lstStyle/>
          <a:p>
            <a:r>
              <a:rPr lang="en-IN" sz="2300"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2239770772"/>
      </p:ext>
    </p:extLst>
  </p:cSld>
  <p:clrMapOvr>
    <a:masterClrMapping/>
  </p:clrMapOvr>
</p:sld>
</file>

<file path=ppt/theme/theme1.xml><?xml version="1.0" encoding="utf-8"?>
<a:theme xmlns:a="http://schemas.openxmlformats.org/drawingml/2006/main" name="Editorial">
  <a:themeElements>
    <a:clrScheme name="Editorial">
      <a:dk1>
        <a:sysClr val="windowText" lastClr="000000"/>
      </a:dk1>
      <a:lt1>
        <a:sysClr val="window" lastClr="FFFFFF"/>
      </a:lt1>
      <a:dk2>
        <a:srgbClr val="171717"/>
      </a:dk2>
      <a:lt2>
        <a:srgbClr val="F7F6F3"/>
      </a:lt2>
      <a:accent1>
        <a:srgbClr val="C8350F"/>
      </a:accent1>
      <a:accent2>
        <a:srgbClr val="B6A992"/>
      </a:accent2>
      <a:accent3>
        <a:srgbClr val="D59A6D"/>
      </a:accent3>
      <a:accent4>
        <a:srgbClr val="C7793D"/>
      </a:accent4>
      <a:accent5>
        <a:srgbClr val="DB8464"/>
      </a:accent5>
      <a:accent6>
        <a:srgbClr val="3F7699"/>
      </a:accent6>
      <a:hlink>
        <a:srgbClr val="C8350F"/>
      </a:hlink>
      <a:folHlink>
        <a:srgbClr val="DB8464"/>
      </a:folHlink>
    </a:clrScheme>
    <a:fontScheme name="Custom 22">
      <a:majorFont>
        <a:latin typeface="Haettenschweiler"/>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ditorial" id="{71EC1670-473B-4381-BA1C-B02CC96DD716}" vid="{C5D3EF77-ADD0-40FD-A769-C339DAE739D1}"/>
    </a:ext>
  </a:extLst>
</a:theme>
</file>

<file path=docProps/app.xml><?xml version="1.0" encoding="utf-8"?>
<Properties xmlns="http://schemas.openxmlformats.org/officeDocument/2006/extended-properties" xmlns:vt="http://schemas.openxmlformats.org/officeDocument/2006/docPropsVTypes">
  <Template>Editorial</Template>
  <TotalTime>104</TotalTime>
  <Words>1203</Words>
  <Application>Microsoft Office PowerPoint</Application>
  <PresentationFormat>Widescreen</PresentationFormat>
  <Paragraphs>124</Paragraphs>
  <Slides>14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Aptos</vt:lpstr>
      <vt:lpstr>Arial</vt:lpstr>
      <vt:lpstr>Haettenschweiler</vt:lpstr>
      <vt:lpstr>Inter</vt:lpstr>
      <vt:lpstr>Inter SemiBold</vt:lpstr>
      <vt:lpstr>Times New Roman</vt:lpstr>
      <vt:lpstr>Trade Gothic Next Light</vt:lpstr>
      <vt:lpstr>Wingdings</vt:lpstr>
      <vt:lpstr>Editorial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Mahenthiran</dc:creator>
  <cp:keywords/>
  <dc:description>generated using python-pptx</dc:description>
  <cp:lastModifiedBy>Mahenthiran</cp:lastModifiedBy>
  <cp:revision>5</cp:revision>
  <dcterms:created xsi:type="dcterms:W3CDTF">2013-01-27T09:14:16Z</dcterms:created>
  <dcterms:modified xsi:type="dcterms:W3CDTF">2026-09-01T04:59:41Z</dcterms:modified>
  <cp:category/>
</cp:coreProperties>
</file>